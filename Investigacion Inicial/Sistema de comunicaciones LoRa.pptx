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81" r:id="rId13"/>
    <p:sldId id="282" r:id="rId14"/>
    <p:sldId id="283" r:id="rId15"/>
    <p:sldId id="284" r:id="rId16"/>
    <p:sldId id="285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8D79D6-93D7-41F5-9D3C-28B63FBD95E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5325DC-61B7-45FE-A939-875E17FE027D}">
      <dgm:prSet/>
      <dgm:spPr/>
      <dgm:t>
        <a:bodyPr/>
        <a:lstStyle/>
        <a:p>
          <a:r>
            <a:rPr lang="en-US"/>
            <a:t>Origen del sistema APRS</a:t>
          </a:r>
        </a:p>
      </dgm:t>
    </dgm:pt>
    <dgm:pt modelId="{9DC6A643-5D3F-49DD-866C-F952B5CBD956}" type="parTrans" cxnId="{6FAE14F2-53CB-4B51-905F-F59D163BD3A9}">
      <dgm:prSet/>
      <dgm:spPr/>
      <dgm:t>
        <a:bodyPr/>
        <a:lstStyle/>
        <a:p>
          <a:endParaRPr lang="en-US"/>
        </a:p>
      </dgm:t>
    </dgm:pt>
    <dgm:pt modelId="{00FD61AD-09DE-46FE-B52A-E9B4FA893159}" type="sibTrans" cxnId="{6FAE14F2-53CB-4B51-905F-F59D163BD3A9}">
      <dgm:prSet/>
      <dgm:spPr/>
      <dgm:t>
        <a:bodyPr/>
        <a:lstStyle/>
        <a:p>
          <a:endParaRPr lang="en-US"/>
        </a:p>
      </dgm:t>
    </dgm:pt>
    <dgm:pt modelId="{EA9B8F16-0E6B-4D73-999B-141506F18A0C}">
      <dgm:prSet/>
      <dgm:spPr/>
      <dgm:t>
        <a:bodyPr/>
        <a:lstStyle/>
        <a:p>
          <a:r>
            <a:rPr lang="es-MX"/>
            <a:t>Desarrollado en los años 80</a:t>
          </a:r>
          <a:endParaRPr lang="en-US"/>
        </a:p>
      </dgm:t>
    </dgm:pt>
    <dgm:pt modelId="{35C7811C-BDCA-4A98-ADE1-14BC166EEF7B}" type="parTrans" cxnId="{115F6CFB-1C1E-4090-85B0-29BC5C5658E4}">
      <dgm:prSet/>
      <dgm:spPr/>
      <dgm:t>
        <a:bodyPr/>
        <a:lstStyle/>
        <a:p>
          <a:endParaRPr lang="en-US"/>
        </a:p>
      </dgm:t>
    </dgm:pt>
    <dgm:pt modelId="{DBACD7E5-6628-4471-8392-E60DFA2B2644}" type="sibTrans" cxnId="{115F6CFB-1C1E-4090-85B0-29BC5C5658E4}">
      <dgm:prSet/>
      <dgm:spPr/>
      <dgm:t>
        <a:bodyPr/>
        <a:lstStyle/>
        <a:p>
          <a:endParaRPr lang="en-US"/>
        </a:p>
      </dgm:t>
    </dgm:pt>
    <dgm:pt modelId="{B220300B-6E6A-48B0-938D-6F4EEFEDE630}">
      <dgm:prSet/>
      <dgm:spPr/>
      <dgm:t>
        <a:bodyPr/>
        <a:lstStyle/>
        <a:p>
          <a:r>
            <a:rPr lang="es-MX"/>
            <a:t>Creado por Bob Bruninga (WB4APR)</a:t>
          </a:r>
          <a:endParaRPr lang="en-US"/>
        </a:p>
      </dgm:t>
    </dgm:pt>
    <dgm:pt modelId="{B5DA3298-E49A-4EE4-A65B-4FCA05E34F08}" type="parTrans" cxnId="{884B96D0-093A-4579-B88C-AACB54494B7E}">
      <dgm:prSet/>
      <dgm:spPr/>
      <dgm:t>
        <a:bodyPr/>
        <a:lstStyle/>
        <a:p>
          <a:endParaRPr lang="en-US"/>
        </a:p>
      </dgm:t>
    </dgm:pt>
    <dgm:pt modelId="{7A477A5B-960F-4325-A1EA-49114D183AD5}" type="sibTrans" cxnId="{884B96D0-093A-4579-B88C-AACB54494B7E}">
      <dgm:prSet/>
      <dgm:spPr/>
      <dgm:t>
        <a:bodyPr/>
        <a:lstStyle/>
        <a:p>
          <a:endParaRPr lang="en-US"/>
        </a:p>
      </dgm:t>
    </dgm:pt>
    <dgm:pt modelId="{0CC5D4A7-6EE1-490C-97C1-A62C3AD4190F}">
      <dgm:prSet/>
      <dgm:spPr/>
      <dgm:t>
        <a:bodyPr/>
        <a:lstStyle/>
        <a:p>
          <a:r>
            <a:rPr lang="es-MX"/>
            <a:t>Inicialmente diseñado para radioaficionados</a:t>
          </a:r>
          <a:endParaRPr lang="en-US"/>
        </a:p>
      </dgm:t>
    </dgm:pt>
    <dgm:pt modelId="{68FBC3DF-915E-4917-8CB4-F557F4CD9AF8}" type="parTrans" cxnId="{7CEDC5B2-1A90-4393-929C-F0F37B8CE6E4}">
      <dgm:prSet/>
      <dgm:spPr/>
      <dgm:t>
        <a:bodyPr/>
        <a:lstStyle/>
        <a:p>
          <a:endParaRPr lang="en-US"/>
        </a:p>
      </dgm:t>
    </dgm:pt>
    <dgm:pt modelId="{47BC7BAB-4B77-4662-AF23-B6191DE01DF0}" type="sibTrans" cxnId="{7CEDC5B2-1A90-4393-929C-F0F37B8CE6E4}">
      <dgm:prSet/>
      <dgm:spPr/>
      <dgm:t>
        <a:bodyPr/>
        <a:lstStyle/>
        <a:p>
          <a:endParaRPr lang="en-US"/>
        </a:p>
      </dgm:t>
    </dgm:pt>
    <dgm:pt modelId="{3A99A2AF-0E25-479D-A75D-0236E2B5E5C2}">
      <dgm:prSet/>
      <dgm:spPr/>
      <dgm:t>
        <a:bodyPr/>
        <a:lstStyle/>
        <a:p>
          <a:r>
            <a:rPr lang="es-MX"/>
            <a:t>Integración de radio + computadoras</a:t>
          </a:r>
          <a:endParaRPr lang="en-US"/>
        </a:p>
      </dgm:t>
    </dgm:pt>
    <dgm:pt modelId="{7DE884C8-DD4A-49A2-B5EA-96E57FA90759}" type="parTrans" cxnId="{2A51E7C8-D7A3-430E-862A-E0DD14B33411}">
      <dgm:prSet/>
      <dgm:spPr/>
      <dgm:t>
        <a:bodyPr/>
        <a:lstStyle/>
        <a:p>
          <a:endParaRPr lang="en-US"/>
        </a:p>
      </dgm:t>
    </dgm:pt>
    <dgm:pt modelId="{5F84D514-526B-474C-AE19-94252FDB8608}" type="sibTrans" cxnId="{2A51E7C8-D7A3-430E-862A-E0DD14B33411}">
      <dgm:prSet/>
      <dgm:spPr/>
      <dgm:t>
        <a:bodyPr/>
        <a:lstStyle/>
        <a:p>
          <a:endParaRPr lang="en-US"/>
        </a:p>
      </dgm:t>
    </dgm:pt>
    <dgm:pt modelId="{5E376142-9926-4126-8CC8-06B7C3498301}">
      <dgm:prSet/>
      <dgm:spPr/>
      <dgm:t>
        <a:bodyPr/>
        <a:lstStyle/>
        <a:p>
          <a:r>
            <a:rPr lang="es-MX"/>
            <a:t>Evolucionó con la llegada de </a:t>
          </a:r>
          <a:r>
            <a:rPr lang="es-MX" b="1"/>
            <a:t>tecnología GPS</a:t>
          </a:r>
          <a:endParaRPr lang="en-US"/>
        </a:p>
      </dgm:t>
    </dgm:pt>
    <dgm:pt modelId="{C64A8692-ADAE-4681-A9CF-9885D6A6C02B}" type="parTrans" cxnId="{153319D8-35D6-455A-BBBC-911E8B78F21A}">
      <dgm:prSet/>
      <dgm:spPr/>
      <dgm:t>
        <a:bodyPr/>
        <a:lstStyle/>
        <a:p>
          <a:endParaRPr lang="en-US"/>
        </a:p>
      </dgm:t>
    </dgm:pt>
    <dgm:pt modelId="{BB102A99-6B87-4B47-97E1-653577E1865B}" type="sibTrans" cxnId="{153319D8-35D6-455A-BBBC-911E8B78F21A}">
      <dgm:prSet/>
      <dgm:spPr/>
      <dgm:t>
        <a:bodyPr/>
        <a:lstStyle/>
        <a:p>
          <a:endParaRPr lang="en-US"/>
        </a:p>
      </dgm:t>
    </dgm:pt>
    <dgm:pt modelId="{DBCD43A7-523D-4F47-B2C5-6D1302E9623E}">
      <dgm:prSet/>
      <dgm:spPr/>
      <dgm:t>
        <a:bodyPr/>
        <a:lstStyle/>
        <a:p>
          <a:r>
            <a:rPr lang="en-US"/>
            <a:t>Objetivo principal:</a:t>
          </a:r>
        </a:p>
      </dgm:t>
    </dgm:pt>
    <dgm:pt modelId="{1774869B-1B78-4172-B9FF-CB1A17142CAF}" type="parTrans" cxnId="{01CF50CC-F33C-414C-85B3-A86D93871DA9}">
      <dgm:prSet/>
      <dgm:spPr/>
      <dgm:t>
        <a:bodyPr/>
        <a:lstStyle/>
        <a:p>
          <a:endParaRPr lang="en-US"/>
        </a:p>
      </dgm:t>
    </dgm:pt>
    <dgm:pt modelId="{22B9A031-716F-432E-84CD-89BE103223E7}" type="sibTrans" cxnId="{01CF50CC-F33C-414C-85B3-A86D93871DA9}">
      <dgm:prSet/>
      <dgm:spPr/>
      <dgm:t>
        <a:bodyPr/>
        <a:lstStyle/>
        <a:p>
          <a:endParaRPr lang="en-US"/>
        </a:p>
      </dgm:t>
    </dgm:pt>
    <dgm:pt modelId="{6E43E890-62F7-4FDC-B40C-1BE3C3A9438F}">
      <dgm:prSet/>
      <dgm:spPr/>
      <dgm:t>
        <a:bodyPr/>
        <a:lstStyle/>
        <a:p>
          <a:r>
            <a:rPr lang="es-MX"/>
            <a:t>Transmisión de </a:t>
          </a:r>
          <a:r>
            <a:rPr lang="es-MX" b="1"/>
            <a:t>información en tiempo real</a:t>
          </a:r>
          <a:endParaRPr lang="en-US"/>
        </a:p>
      </dgm:t>
    </dgm:pt>
    <dgm:pt modelId="{27A3A3F2-3590-41F9-88B5-0391F5E7166B}" type="parTrans" cxnId="{7AA742EA-743B-4601-9CB8-40494E822CEA}">
      <dgm:prSet/>
      <dgm:spPr/>
      <dgm:t>
        <a:bodyPr/>
        <a:lstStyle/>
        <a:p>
          <a:endParaRPr lang="en-US"/>
        </a:p>
      </dgm:t>
    </dgm:pt>
    <dgm:pt modelId="{2B059DDD-7819-4E74-B528-2D3AB9153A67}" type="sibTrans" cxnId="{7AA742EA-743B-4601-9CB8-40494E822CEA}">
      <dgm:prSet/>
      <dgm:spPr/>
      <dgm:t>
        <a:bodyPr/>
        <a:lstStyle/>
        <a:p>
          <a:endParaRPr lang="en-US"/>
        </a:p>
      </dgm:t>
    </dgm:pt>
    <dgm:pt modelId="{21ACAA14-3FD7-4710-B1E2-1A131FFC3803}" type="pres">
      <dgm:prSet presAssocID="{888D79D6-93D7-41F5-9D3C-28B63FBD95E7}" presName="linear" presStyleCnt="0">
        <dgm:presLayoutVars>
          <dgm:dir/>
          <dgm:animLvl val="lvl"/>
          <dgm:resizeHandles val="exact"/>
        </dgm:presLayoutVars>
      </dgm:prSet>
      <dgm:spPr/>
    </dgm:pt>
    <dgm:pt modelId="{57682354-B5D6-4B77-8E22-E18A6D1A4871}" type="pres">
      <dgm:prSet presAssocID="{4F5325DC-61B7-45FE-A939-875E17FE027D}" presName="parentLin" presStyleCnt="0"/>
      <dgm:spPr/>
    </dgm:pt>
    <dgm:pt modelId="{0EA798BF-502A-426E-A1B6-43CA638D886A}" type="pres">
      <dgm:prSet presAssocID="{4F5325DC-61B7-45FE-A939-875E17FE027D}" presName="parentLeftMargin" presStyleLbl="node1" presStyleIdx="0" presStyleCnt="2"/>
      <dgm:spPr/>
    </dgm:pt>
    <dgm:pt modelId="{A0F336FB-3C8D-4240-8B6E-11217C4F44E9}" type="pres">
      <dgm:prSet presAssocID="{4F5325DC-61B7-45FE-A939-875E17FE02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F19CD8-7C0D-4D72-B52D-5898116E89BA}" type="pres">
      <dgm:prSet presAssocID="{4F5325DC-61B7-45FE-A939-875E17FE027D}" presName="negativeSpace" presStyleCnt="0"/>
      <dgm:spPr/>
    </dgm:pt>
    <dgm:pt modelId="{7CADD6F7-C140-459A-9C11-09EF11DB270D}" type="pres">
      <dgm:prSet presAssocID="{4F5325DC-61B7-45FE-A939-875E17FE027D}" presName="childText" presStyleLbl="conFgAcc1" presStyleIdx="0" presStyleCnt="2">
        <dgm:presLayoutVars>
          <dgm:bulletEnabled val="1"/>
        </dgm:presLayoutVars>
      </dgm:prSet>
      <dgm:spPr/>
    </dgm:pt>
    <dgm:pt modelId="{B09885FE-FD35-47FB-8A50-C311C29D3EC7}" type="pres">
      <dgm:prSet presAssocID="{00FD61AD-09DE-46FE-B52A-E9B4FA893159}" presName="spaceBetweenRectangles" presStyleCnt="0"/>
      <dgm:spPr/>
    </dgm:pt>
    <dgm:pt modelId="{9BEDC168-3BB2-497D-A6A4-DFD67B849028}" type="pres">
      <dgm:prSet presAssocID="{DBCD43A7-523D-4F47-B2C5-6D1302E9623E}" presName="parentLin" presStyleCnt="0"/>
      <dgm:spPr/>
    </dgm:pt>
    <dgm:pt modelId="{A89FDEE4-A2F2-49D7-B455-4DD89C49E959}" type="pres">
      <dgm:prSet presAssocID="{DBCD43A7-523D-4F47-B2C5-6D1302E9623E}" presName="parentLeftMargin" presStyleLbl="node1" presStyleIdx="0" presStyleCnt="2"/>
      <dgm:spPr/>
    </dgm:pt>
    <dgm:pt modelId="{57304035-EFEB-4BD1-B1AC-DBC214FECFE8}" type="pres">
      <dgm:prSet presAssocID="{DBCD43A7-523D-4F47-B2C5-6D1302E9623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491558-A67C-42DF-AC57-33004EE4A3FC}" type="pres">
      <dgm:prSet presAssocID="{DBCD43A7-523D-4F47-B2C5-6D1302E9623E}" presName="negativeSpace" presStyleCnt="0"/>
      <dgm:spPr/>
    </dgm:pt>
    <dgm:pt modelId="{8FB87318-7CD0-4575-ABE6-8F7F47641843}" type="pres">
      <dgm:prSet presAssocID="{DBCD43A7-523D-4F47-B2C5-6D1302E9623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30F3B0E-D832-4339-A57D-E7C8ECC30361}" type="presOf" srcId="{5E376142-9926-4126-8CC8-06B7C3498301}" destId="{7CADD6F7-C140-459A-9C11-09EF11DB270D}" srcOrd="0" destOrd="4" presId="urn:microsoft.com/office/officeart/2005/8/layout/list1"/>
    <dgm:cxn modelId="{A85B971F-6560-48FB-A96A-F33B350536F2}" type="presOf" srcId="{DBCD43A7-523D-4F47-B2C5-6D1302E9623E}" destId="{A89FDEE4-A2F2-49D7-B455-4DD89C49E959}" srcOrd="0" destOrd="0" presId="urn:microsoft.com/office/officeart/2005/8/layout/list1"/>
    <dgm:cxn modelId="{CCB35A23-6230-4A6A-B713-AECDAD5B9871}" type="presOf" srcId="{6E43E890-62F7-4FDC-B40C-1BE3C3A9438F}" destId="{8FB87318-7CD0-4575-ABE6-8F7F47641843}" srcOrd="0" destOrd="0" presId="urn:microsoft.com/office/officeart/2005/8/layout/list1"/>
    <dgm:cxn modelId="{4175C93C-3165-47DD-80B8-85A986B963EE}" type="presOf" srcId="{DBCD43A7-523D-4F47-B2C5-6D1302E9623E}" destId="{57304035-EFEB-4BD1-B1AC-DBC214FECFE8}" srcOrd="1" destOrd="0" presId="urn:microsoft.com/office/officeart/2005/8/layout/list1"/>
    <dgm:cxn modelId="{C5095D5B-3F3A-4E68-95F9-19AD4A5FDAF7}" type="presOf" srcId="{4F5325DC-61B7-45FE-A939-875E17FE027D}" destId="{A0F336FB-3C8D-4240-8B6E-11217C4F44E9}" srcOrd="1" destOrd="0" presId="urn:microsoft.com/office/officeart/2005/8/layout/list1"/>
    <dgm:cxn modelId="{3C407E58-2316-43A0-B0D8-F89A0EC3C62C}" type="presOf" srcId="{0CC5D4A7-6EE1-490C-97C1-A62C3AD4190F}" destId="{7CADD6F7-C140-459A-9C11-09EF11DB270D}" srcOrd="0" destOrd="2" presId="urn:microsoft.com/office/officeart/2005/8/layout/list1"/>
    <dgm:cxn modelId="{F40C5691-02C9-4628-B915-ED54BE739759}" type="presOf" srcId="{888D79D6-93D7-41F5-9D3C-28B63FBD95E7}" destId="{21ACAA14-3FD7-4710-B1E2-1A131FFC3803}" srcOrd="0" destOrd="0" presId="urn:microsoft.com/office/officeart/2005/8/layout/list1"/>
    <dgm:cxn modelId="{713ECD95-A8EA-43AE-98E0-C638517735EA}" type="presOf" srcId="{3A99A2AF-0E25-479D-A75D-0236E2B5E5C2}" destId="{7CADD6F7-C140-459A-9C11-09EF11DB270D}" srcOrd="0" destOrd="3" presId="urn:microsoft.com/office/officeart/2005/8/layout/list1"/>
    <dgm:cxn modelId="{7CEDC5B2-1A90-4393-929C-F0F37B8CE6E4}" srcId="{4F5325DC-61B7-45FE-A939-875E17FE027D}" destId="{0CC5D4A7-6EE1-490C-97C1-A62C3AD4190F}" srcOrd="2" destOrd="0" parTransId="{68FBC3DF-915E-4917-8CB4-F557F4CD9AF8}" sibTransId="{47BC7BAB-4B77-4662-AF23-B6191DE01DF0}"/>
    <dgm:cxn modelId="{2A51E7C8-D7A3-430E-862A-E0DD14B33411}" srcId="{4F5325DC-61B7-45FE-A939-875E17FE027D}" destId="{3A99A2AF-0E25-479D-A75D-0236E2B5E5C2}" srcOrd="3" destOrd="0" parTransId="{7DE884C8-DD4A-49A2-B5EA-96E57FA90759}" sibTransId="{5F84D514-526B-474C-AE19-94252FDB8608}"/>
    <dgm:cxn modelId="{01CF50CC-F33C-414C-85B3-A86D93871DA9}" srcId="{888D79D6-93D7-41F5-9D3C-28B63FBD95E7}" destId="{DBCD43A7-523D-4F47-B2C5-6D1302E9623E}" srcOrd="1" destOrd="0" parTransId="{1774869B-1B78-4172-B9FF-CB1A17142CAF}" sibTransId="{22B9A031-716F-432E-84CD-89BE103223E7}"/>
    <dgm:cxn modelId="{884B96D0-093A-4579-B88C-AACB54494B7E}" srcId="{4F5325DC-61B7-45FE-A939-875E17FE027D}" destId="{B220300B-6E6A-48B0-938D-6F4EEFEDE630}" srcOrd="1" destOrd="0" parTransId="{B5DA3298-E49A-4EE4-A65B-4FCA05E34F08}" sibTransId="{7A477A5B-960F-4325-A1EA-49114D183AD5}"/>
    <dgm:cxn modelId="{153319D8-35D6-455A-BBBC-911E8B78F21A}" srcId="{4F5325DC-61B7-45FE-A939-875E17FE027D}" destId="{5E376142-9926-4126-8CC8-06B7C3498301}" srcOrd="4" destOrd="0" parTransId="{C64A8692-ADAE-4681-A9CF-9885D6A6C02B}" sibTransId="{BB102A99-6B87-4B47-97E1-653577E1865B}"/>
    <dgm:cxn modelId="{5CAC31E2-9F07-467B-8030-80CBA2AB4ADB}" type="presOf" srcId="{B220300B-6E6A-48B0-938D-6F4EEFEDE630}" destId="{7CADD6F7-C140-459A-9C11-09EF11DB270D}" srcOrd="0" destOrd="1" presId="urn:microsoft.com/office/officeart/2005/8/layout/list1"/>
    <dgm:cxn modelId="{7AA742EA-743B-4601-9CB8-40494E822CEA}" srcId="{DBCD43A7-523D-4F47-B2C5-6D1302E9623E}" destId="{6E43E890-62F7-4FDC-B40C-1BE3C3A9438F}" srcOrd="0" destOrd="0" parTransId="{27A3A3F2-3590-41F9-88B5-0391F5E7166B}" sibTransId="{2B059DDD-7819-4E74-B528-2D3AB9153A67}"/>
    <dgm:cxn modelId="{6FAE14F2-53CB-4B51-905F-F59D163BD3A9}" srcId="{888D79D6-93D7-41F5-9D3C-28B63FBD95E7}" destId="{4F5325DC-61B7-45FE-A939-875E17FE027D}" srcOrd="0" destOrd="0" parTransId="{9DC6A643-5D3F-49DD-866C-F952B5CBD956}" sibTransId="{00FD61AD-09DE-46FE-B52A-E9B4FA893159}"/>
    <dgm:cxn modelId="{115F6CFB-1C1E-4090-85B0-29BC5C5658E4}" srcId="{4F5325DC-61B7-45FE-A939-875E17FE027D}" destId="{EA9B8F16-0E6B-4D73-999B-141506F18A0C}" srcOrd="0" destOrd="0" parTransId="{35C7811C-BDCA-4A98-ADE1-14BC166EEF7B}" sibTransId="{DBACD7E5-6628-4471-8392-E60DFA2B2644}"/>
    <dgm:cxn modelId="{087BD5FC-82EE-4A85-AFE3-CC6045414926}" type="presOf" srcId="{EA9B8F16-0E6B-4D73-999B-141506F18A0C}" destId="{7CADD6F7-C140-459A-9C11-09EF11DB270D}" srcOrd="0" destOrd="0" presId="urn:microsoft.com/office/officeart/2005/8/layout/list1"/>
    <dgm:cxn modelId="{723031FF-3E15-4830-AB4B-30D983915D51}" type="presOf" srcId="{4F5325DC-61B7-45FE-A939-875E17FE027D}" destId="{0EA798BF-502A-426E-A1B6-43CA638D886A}" srcOrd="0" destOrd="0" presId="urn:microsoft.com/office/officeart/2005/8/layout/list1"/>
    <dgm:cxn modelId="{A8C5CC00-B964-4E8F-B2CC-CC8D51E6ED2C}" type="presParOf" srcId="{21ACAA14-3FD7-4710-B1E2-1A131FFC3803}" destId="{57682354-B5D6-4B77-8E22-E18A6D1A4871}" srcOrd="0" destOrd="0" presId="urn:microsoft.com/office/officeart/2005/8/layout/list1"/>
    <dgm:cxn modelId="{56883AB0-9775-41F0-8744-20259D2B22E0}" type="presParOf" srcId="{57682354-B5D6-4B77-8E22-E18A6D1A4871}" destId="{0EA798BF-502A-426E-A1B6-43CA638D886A}" srcOrd="0" destOrd="0" presId="urn:microsoft.com/office/officeart/2005/8/layout/list1"/>
    <dgm:cxn modelId="{85544B93-9BEC-4EFF-ADC0-780E646DB033}" type="presParOf" srcId="{57682354-B5D6-4B77-8E22-E18A6D1A4871}" destId="{A0F336FB-3C8D-4240-8B6E-11217C4F44E9}" srcOrd="1" destOrd="0" presId="urn:microsoft.com/office/officeart/2005/8/layout/list1"/>
    <dgm:cxn modelId="{9030826F-1C5F-4925-A1C8-62E50F853AC5}" type="presParOf" srcId="{21ACAA14-3FD7-4710-B1E2-1A131FFC3803}" destId="{61F19CD8-7C0D-4D72-B52D-5898116E89BA}" srcOrd="1" destOrd="0" presId="urn:microsoft.com/office/officeart/2005/8/layout/list1"/>
    <dgm:cxn modelId="{E42B7115-D8A7-4B27-8A6E-E5FA014C7D2E}" type="presParOf" srcId="{21ACAA14-3FD7-4710-B1E2-1A131FFC3803}" destId="{7CADD6F7-C140-459A-9C11-09EF11DB270D}" srcOrd="2" destOrd="0" presId="urn:microsoft.com/office/officeart/2005/8/layout/list1"/>
    <dgm:cxn modelId="{9AC39A3D-5FDF-4BD7-810F-47688016911B}" type="presParOf" srcId="{21ACAA14-3FD7-4710-B1E2-1A131FFC3803}" destId="{B09885FE-FD35-47FB-8A50-C311C29D3EC7}" srcOrd="3" destOrd="0" presId="urn:microsoft.com/office/officeart/2005/8/layout/list1"/>
    <dgm:cxn modelId="{A3808FF3-87F6-4F8B-B6D5-6493442AB13C}" type="presParOf" srcId="{21ACAA14-3FD7-4710-B1E2-1A131FFC3803}" destId="{9BEDC168-3BB2-497D-A6A4-DFD67B849028}" srcOrd="4" destOrd="0" presId="urn:microsoft.com/office/officeart/2005/8/layout/list1"/>
    <dgm:cxn modelId="{F2D34EC1-8567-4D0A-AAF9-F41954B2332D}" type="presParOf" srcId="{9BEDC168-3BB2-497D-A6A4-DFD67B849028}" destId="{A89FDEE4-A2F2-49D7-B455-4DD89C49E959}" srcOrd="0" destOrd="0" presId="urn:microsoft.com/office/officeart/2005/8/layout/list1"/>
    <dgm:cxn modelId="{E712E3EE-E4C9-46E1-8D0C-20560C09BB2A}" type="presParOf" srcId="{9BEDC168-3BB2-497D-A6A4-DFD67B849028}" destId="{57304035-EFEB-4BD1-B1AC-DBC214FECFE8}" srcOrd="1" destOrd="0" presId="urn:microsoft.com/office/officeart/2005/8/layout/list1"/>
    <dgm:cxn modelId="{790CF0DB-FD95-4B82-BF08-F8B7A4B8E84C}" type="presParOf" srcId="{21ACAA14-3FD7-4710-B1E2-1A131FFC3803}" destId="{10491558-A67C-42DF-AC57-33004EE4A3FC}" srcOrd="5" destOrd="0" presId="urn:microsoft.com/office/officeart/2005/8/layout/list1"/>
    <dgm:cxn modelId="{0D10C89B-D299-4D76-AEF2-471AC3D54A71}" type="presParOf" srcId="{21ACAA14-3FD7-4710-B1E2-1A131FFC3803}" destId="{8FB87318-7CD0-4575-ABE6-8F7F4764184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B3C37F-96B0-44C5-9ABC-A8482858BF8A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0AC34B-C7D2-42B7-B3EA-81303FA19385}">
      <dgm:prSet/>
      <dgm:spPr/>
      <dgm:t>
        <a:bodyPr/>
        <a:lstStyle/>
        <a:p>
          <a:r>
            <a:rPr lang="en-US"/>
            <a:t>Características principals</a:t>
          </a:r>
        </a:p>
      </dgm:t>
    </dgm:pt>
    <dgm:pt modelId="{A75B359C-6AF2-423A-8511-D0C4D96AEC1F}" type="parTrans" cxnId="{56D36737-D7F5-481F-BAC8-7B181C810F05}">
      <dgm:prSet/>
      <dgm:spPr/>
      <dgm:t>
        <a:bodyPr/>
        <a:lstStyle/>
        <a:p>
          <a:endParaRPr lang="en-US"/>
        </a:p>
      </dgm:t>
    </dgm:pt>
    <dgm:pt modelId="{43678E39-E3DB-4E74-BD68-CD600B6F083E}" type="sibTrans" cxnId="{56D36737-D7F5-481F-BAC8-7B181C810F05}">
      <dgm:prSet/>
      <dgm:spPr/>
      <dgm:t>
        <a:bodyPr/>
        <a:lstStyle/>
        <a:p>
          <a:endParaRPr lang="en-US"/>
        </a:p>
      </dgm:t>
    </dgm:pt>
    <dgm:pt modelId="{113CB36D-AB0E-463F-92F2-A194727C808D}">
      <dgm:prSet/>
      <dgm:spPr/>
      <dgm:t>
        <a:bodyPr/>
        <a:lstStyle/>
        <a:p>
          <a:r>
            <a:rPr lang="es-MX"/>
            <a:t>Opera completamente mediante radiofrecuencia</a:t>
          </a:r>
          <a:endParaRPr lang="en-US"/>
        </a:p>
      </dgm:t>
    </dgm:pt>
    <dgm:pt modelId="{80EDF5E3-C375-452E-9BF7-7D22075CE690}" type="parTrans" cxnId="{B65885E0-80B2-4C79-919D-1181631B0F26}">
      <dgm:prSet/>
      <dgm:spPr/>
      <dgm:t>
        <a:bodyPr/>
        <a:lstStyle/>
        <a:p>
          <a:endParaRPr lang="en-US"/>
        </a:p>
      </dgm:t>
    </dgm:pt>
    <dgm:pt modelId="{282A17B1-484B-4872-9EB3-FCFC39569987}" type="sibTrans" cxnId="{B65885E0-80B2-4C79-919D-1181631B0F26}">
      <dgm:prSet/>
      <dgm:spPr/>
      <dgm:t>
        <a:bodyPr/>
        <a:lstStyle/>
        <a:p>
          <a:endParaRPr lang="en-US"/>
        </a:p>
      </dgm:t>
    </dgm:pt>
    <dgm:pt modelId="{39485389-6411-4FAB-A5C0-C51B5A5B0685}">
      <dgm:prSet/>
      <dgm:spPr/>
      <dgm:t>
        <a:bodyPr/>
        <a:lstStyle/>
        <a:p>
          <a:r>
            <a:rPr lang="es-MX"/>
            <a:t>No depende de infraestructura celular</a:t>
          </a:r>
          <a:endParaRPr lang="en-US"/>
        </a:p>
      </dgm:t>
    </dgm:pt>
    <dgm:pt modelId="{ABC3AE34-08FD-4EE9-9118-3A1C7702FF33}" type="parTrans" cxnId="{9BEC2B7E-7638-487D-9BF2-D6ABCB1B2CE3}">
      <dgm:prSet/>
      <dgm:spPr/>
      <dgm:t>
        <a:bodyPr/>
        <a:lstStyle/>
        <a:p>
          <a:endParaRPr lang="en-US"/>
        </a:p>
      </dgm:t>
    </dgm:pt>
    <dgm:pt modelId="{B7BB3B35-26FB-489B-9F9B-BAA8C5D3B082}" type="sibTrans" cxnId="{9BEC2B7E-7638-487D-9BF2-D6ABCB1B2CE3}">
      <dgm:prSet/>
      <dgm:spPr/>
      <dgm:t>
        <a:bodyPr/>
        <a:lstStyle/>
        <a:p>
          <a:endParaRPr lang="en-US"/>
        </a:p>
      </dgm:t>
    </dgm:pt>
    <dgm:pt modelId="{468BFDC6-84B0-4928-8A71-A9C774925814}">
      <dgm:prSet/>
      <dgm:spPr/>
      <dgm:t>
        <a:bodyPr/>
        <a:lstStyle/>
        <a:p>
          <a:r>
            <a:rPr lang="es-MX"/>
            <a:t>Puede funcionar sin acceso a internet</a:t>
          </a:r>
          <a:endParaRPr lang="en-US"/>
        </a:p>
      </dgm:t>
    </dgm:pt>
    <dgm:pt modelId="{BCF1F952-C483-43F4-A5FF-CEE7AA360231}" type="parTrans" cxnId="{8F736DA5-D8F0-4680-A4CB-EC16271DE98E}">
      <dgm:prSet/>
      <dgm:spPr/>
      <dgm:t>
        <a:bodyPr/>
        <a:lstStyle/>
        <a:p>
          <a:endParaRPr lang="en-US"/>
        </a:p>
      </dgm:t>
    </dgm:pt>
    <dgm:pt modelId="{E423D048-BEF4-46BF-B555-140AAB616902}" type="sibTrans" cxnId="{8F736DA5-D8F0-4680-A4CB-EC16271DE98E}">
      <dgm:prSet/>
      <dgm:spPr/>
      <dgm:t>
        <a:bodyPr/>
        <a:lstStyle/>
        <a:p>
          <a:endParaRPr lang="en-US"/>
        </a:p>
      </dgm:t>
    </dgm:pt>
    <dgm:pt modelId="{5D7C92EE-E0B9-4181-B2FA-34BB33B1037C}">
      <dgm:prSet/>
      <dgm:spPr/>
      <dgm:t>
        <a:bodyPr/>
        <a:lstStyle/>
        <a:p>
          <a:r>
            <a:rPr lang="es-MX"/>
            <a:t>Alta robustez en comunicaciones</a:t>
          </a:r>
          <a:endParaRPr lang="en-US"/>
        </a:p>
      </dgm:t>
    </dgm:pt>
    <dgm:pt modelId="{3C7F5574-E7C2-43EB-B099-92C823D749F5}" type="parTrans" cxnId="{82B023A7-F92A-4E89-893A-53F1FFACE710}">
      <dgm:prSet/>
      <dgm:spPr/>
      <dgm:t>
        <a:bodyPr/>
        <a:lstStyle/>
        <a:p>
          <a:endParaRPr lang="en-US"/>
        </a:p>
      </dgm:t>
    </dgm:pt>
    <dgm:pt modelId="{823C8BD3-5C41-4326-B76D-523F8E5DF59B}" type="sibTrans" cxnId="{82B023A7-F92A-4E89-893A-53F1FFACE710}">
      <dgm:prSet/>
      <dgm:spPr/>
      <dgm:t>
        <a:bodyPr/>
        <a:lstStyle/>
        <a:p>
          <a:endParaRPr lang="en-US"/>
        </a:p>
      </dgm:t>
    </dgm:pt>
    <dgm:pt modelId="{D58474D4-D403-436C-A25E-DF0C23C8A0B0}">
      <dgm:prSet/>
      <dgm:spPr/>
      <dgm:t>
        <a:bodyPr/>
        <a:lstStyle/>
        <a:p>
          <a:r>
            <a:rPr lang="en-US"/>
            <a:t>Integración con internet</a:t>
          </a:r>
        </a:p>
      </dgm:t>
    </dgm:pt>
    <dgm:pt modelId="{AAFB97CB-9C37-47F2-80B8-B13B27FA2C8A}" type="parTrans" cxnId="{2F50207B-CEA4-48DD-9923-246014AE4392}">
      <dgm:prSet/>
      <dgm:spPr/>
      <dgm:t>
        <a:bodyPr/>
        <a:lstStyle/>
        <a:p>
          <a:endParaRPr lang="en-US"/>
        </a:p>
      </dgm:t>
    </dgm:pt>
    <dgm:pt modelId="{BA70B1BA-8DF1-4CC8-BC32-F8E23C684CC0}" type="sibTrans" cxnId="{2F50207B-CEA4-48DD-9923-246014AE4392}">
      <dgm:prSet/>
      <dgm:spPr/>
      <dgm:t>
        <a:bodyPr/>
        <a:lstStyle/>
        <a:p>
          <a:endParaRPr lang="en-US"/>
        </a:p>
      </dgm:t>
    </dgm:pt>
    <dgm:pt modelId="{BADBA906-7DC1-4BE2-958E-1AE6B2ABA8A2}">
      <dgm:prSet/>
      <dgm:spPr/>
      <dgm:t>
        <a:bodyPr/>
        <a:lstStyle/>
        <a:p>
          <a:r>
            <a:rPr lang="en-US"/>
            <a:t>Uso de APRS Internet System (APRS-IS)</a:t>
          </a:r>
        </a:p>
      </dgm:t>
    </dgm:pt>
    <dgm:pt modelId="{3311A6C3-32BE-4A87-AF7E-D4F1D625B3BB}" type="parTrans" cxnId="{43F6F3EE-1AF9-44D6-8658-92612244611A}">
      <dgm:prSet/>
      <dgm:spPr/>
      <dgm:t>
        <a:bodyPr/>
        <a:lstStyle/>
        <a:p>
          <a:endParaRPr lang="en-US"/>
        </a:p>
      </dgm:t>
    </dgm:pt>
    <dgm:pt modelId="{B49C5515-A643-4546-9088-0EA087D8261F}" type="sibTrans" cxnId="{43F6F3EE-1AF9-44D6-8658-92612244611A}">
      <dgm:prSet/>
      <dgm:spPr/>
      <dgm:t>
        <a:bodyPr/>
        <a:lstStyle/>
        <a:p>
          <a:endParaRPr lang="en-US"/>
        </a:p>
      </dgm:t>
    </dgm:pt>
    <dgm:pt modelId="{0B83B746-0C6C-4332-91AB-CC747CF233CC}">
      <dgm:prSet/>
      <dgm:spPr/>
      <dgm:t>
        <a:bodyPr/>
        <a:lstStyle/>
        <a:p>
          <a:r>
            <a:rPr lang="en-US"/>
            <a:t>Permite visualizar datos a nivel global</a:t>
          </a:r>
        </a:p>
      </dgm:t>
    </dgm:pt>
    <dgm:pt modelId="{B569AA3B-226C-4301-A389-2DBB37A158B1}" type="parTrans" cxnId="{A700D744-B29C-4FF8-B842-6FBD8E651FBD}">
      <dgm:prSet/>
      <dgm:spPr/>
      <dgm:t>
        <a:bodyPr/>
        <a:lstStyle/>
        <a:p>
          <a:endParaRPr lang="en-US"/>
        </a:p>
      </dgm:t>
    </dgm:pt>
    <dgm:pt modelId="{BF3228BB-863F-41D7-AC26-686A63FB898F}" type="sibTrans" cxnId="{A700D744-B29C-4FF8-B842-6FBD8E651FBD}">
      <dgm:prSet/>
      <dgm:spPr/>
      <dgm:t>
        <a:bodyPr/>
        <a:lstStyle/>
        <a:p>
          <a:endParaRPr lang="en-US"/>
        </a:p>
      </dgm:t>
    </dgm:pt>
    <dgm:pt modelId="{B3A0F19F-640D-4D62-B78E-962A9BD8DD32}" type="pres">
      <dgm:prSet presAssocID="{F5B3C37F-96B0-44C5-9ABC-A8482858BF8A}" presName="Name0" presStyleCnt="0">
        <dgm:presLayoutVars>
          <dgm:dir/>
          <dgm:animLvl val="lvl"/>
          <dgm:resizeHandles val="exact"/>
        </dgm:presLayoutVars>
      </dgm:prSet>
      <dgm:spPr/>
    </dgm:pt>
    <dgm:pt modelId="{72B8613B-F94E-44D0-91D0-9D24030B489E}" type="pres">
      <dgm:prSet presAssocID="{650AC34B-C7D2-42B7-B3EA-81303FA19385}" presName="composite" presStyleCnt="0"/>
      <dgm:spPr/>
    </dgm:pt>
    <dgm:pt modelId="{86E5A040-C1D5-4FDB-BA0C-6C5FA27DD218}" type="pres">
      <dgm:prSet presAssocID="{650AC34B-C7D2-42B7-B3EA-81303FA193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6C772CF-19E1-4CB9-AA32-97D2F72BC32B}" type="pres">
      <dgm:prSet presAssocID="{650AC34B-C7D2-42B7-B3EA-81303FA19385}" presName="desTx" presStyleLbl="alignAccFollowNode1" presStyleIdx="0" presStyleCnt="2">
        <dgm:presLayoutVars>
          <dgm:bulletEnabled val="1"/>
        </dgm:presLayoutVars>
      </dgm:prSet>
      <dgm:spPr/>
    </dgm:pt>
    <dgm:pt modelId="{4D117A9E-1022-4F0B-833F-20ECFC846F0D}" type="pres">
      <dgm:prSet presAssocID="{43678E39-E3DB-4E74-BD68-CD600B6F083E}" presName="space" presStyleCnt="0"/>
      <dgm:spPr/>
    </dgm:pt>
    <dgm:pt modelId="{5D36B6EB-7EF7-4113-B8B7-55A89AD3B322}" type="pres">
      <dgm:prSet presAssocID="{D58474D4-D403-436C-A25E-DF0C23C8A0B0}" presName="composite" presStyleCnt="0"/>
      <dgm:spPr/>
    </dgm:pt>
    <dgm:pt modelId="{5C2A3F79-ACF7-4F59-8B56-CBA9DF1E21FF}" type="pres">
      <dgm:prSet presAssocID="{D58474D4-D403-436C-A25E-DF0C23C8A0B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A6E776F-A724-42EE-96BC-94C956569B67}" type="pres">
      <dgm:prSet presAssocID="{D58474D4-D403-436C-A25E-DF0C23C8A0B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3A13602-739B-4637-A717-DF73F88AACDC}" type="presOf" srcId="{5D7C92EE-E0B9-4181-B2FA-34BB33B1037C}" destId="{86C772CF-19E1-4CB9-AA32-97D2F72BC32B}" srcOrd="0" destOrd="3" presId="urn:microsoft.com/office/officeart/2005/8/layout/hList1"/>
    <dgm:cxn modelId="{0A752720-5F2D-4E3B-854A-3845865A3C22}" type="presOf" srcId="{39485389-6411-4FAB-A5C0-C51B5A5B0685}" destId="{86C772CF-19E1-4CB9-AA32-97D2F72BC32B}" srcOrd="0" destOrd="1" presId="urn:microsoft.com/office/officeart/2005/8/layout/hList1"/>
    <dgm:cxn modelId="{56D36737-D7F5-481F-BAC8-7B181C810F05}" srcId="{F5B3C37F-96B0-44C5-9ABC-A8482858BF8A}" destId="{650AC34B-C7D2-42B7-B3EA-81303FA19385}" srcOrd="0" destOrd="0" parTransId="{A75B359C-6AF2-423A-8511-D0C4D96AEC1F}" sibTransId="{43678E39-E3DB-4E74-BD68-CD600B6F083E}"/>
    <dgm:cxn modelId="{A700D744-B29C-4FF8-B842-6FBD8E651FBD}" srcId="{D58474D4-D403-436C-A25E-DF0C23C8A0B0}" destId="{0B83B746-0C6C-4332-91AB-CC747CF233CC}" srcOrd="1" destOrd="0" parTransId="{B569AA3B-226C-4301-A389-2DBB37A158B1}" sibTransId="{BF3228BB-863F-41D7-AC26-686A63FB898F}"/>
    <dgm:cxn modelId="{41E18250-66C9-4547-B217-6AB32F93DBBD}" type="presOf" srcId="{D58474D4-D403-436C-A25E-DF0C23C8A0B0}" destId="{5C2A3F79-ACF7-4F59-8B56-CBA9DF1E21FF}" srcOrd="0" destOrd="0" presId="urn:microsoft.com/office/officeart/2005/8/layout/hList1"/>
    <dgm:cxn modelId="{04F0317A-5B87-4748-848E-56F67F28FA75}" type="presOf" srcId="{BADBA906-7DC1-4BE2-958E-1AE6B2ABA8A2}" destId="{4A6E776F-A724-42EE-96BC-94C956569B67}" srcOrd="0" destOrd="0" presId="urn:microsoft.com/office/officeart/2005/8/layout/hList1"/>
    <dgm:cxn modelId="{2F50207B-CEA4-48DD-9923-246014AE4392}" srcId="{F5B3C37F-96B0-44C5-9ABC-A8482858BF8A}" destId="{D58474D4-D403-436C-A25E-DF0C23C8A0B0}" srcOrd="1" destOrd="0" parTransId="{AAFB97CB-9C37-47F2-80B8-B13B27FA2C8A}" sibTransId="{BA70B1BA-8DF1-4CC8-BC32-F8E23C684CC0}"/>
    <dgm:cxn modelId="{9180BF7B-11F4-4BFD-A1BF-2297992A0877}" type="presOf" srcId="{0B83B746-0C6C-4332-91AB-CC747CF233CC}" destId="{4A6E776F-A724-42EE-96BC-94C956569B67}" srcOrd="0" destOrd="1" presId="urn:microsoft.com/office/officeart/2005/8/layout/hList1"/>
    <dgm:cxn modelId="{9BEC2B7E-7638-487D-9BF2-D6ABCB1B2CE3}" srcId="{650AC34B-C7D2-42B7-B3EA-81303FA19385}" destId="{39485389-6411-4FAB-A5C0-C51B5A5B0685}" srcOrd="1" destOrd="0" parTransId="{ABC3AE34-08FD-4EE9-9118-3A1C7702FF33}" sibTransId="{B7BB3B35-26FB-489B-9F9B-BAA8C5D3B082}"/>
    <dgm:cxn modelId="{22B82691-1DBA-4FF5-A411-F74816240ACC}" type="presOf" srcId="{650AC34B-C7D2-42B7-B3EA-81303FA19385}" destId="{86E5A040-C1D5-4FDB-BA0C-6C5FA27DD218}" srcOrd="0" destOrd="0" presId="urn:microsoft.com/office/officeart/2005/8/layout/hList1"/>
    <dgm:cxn modelId="{EB89BC91-5832-407B-879B-A84F15BDB29F}" type="presOf" srcId="{468BFDC6-84B0-4928-8A71-A9C774925814}" destId="{86C772CF-19E1-4CB9-AA32-97D2F72BC32B}" srcOrd="0" destOrd="2" presId="urn:microsoft.com/office/officeart/2005/8/layout/hList1"/>
    <dgm:cxn modelId="{8F736DA5-D8F0-4680-A4CB-EC16271DE98E}" srcId="{650AC34B-C7D2-42B7-B3EA-81303FA19385}" destId="{468BFDC6-84B0-4928-8A71-A9C774925814}" srcOrd="2" destOrd="0" parTransId="{BCF1F952-C483-43F4-A5FF-CEE7AA360231}" sibTransId="{E423D048-BEF4-46BF-B555-140AAB616902}"/>
    <dgm:cxn modelId="{82B023A7-F92A-4E89-893A-53F1FFACE710}" srcId="{650AC34B-C7D2-42B7-B3EA-81303FA19385}" destId="{5D7C92EE-E0B9-4181-B2FA-34BB33B1037C}" srcOrd="3" destOrd="0" parTransId="{3C7F5574-E7C2-43EB-B099-92C823D749F5}" sibTransId="{823C8BD3-5C41-4326-B76D-523F8E5DF59B}"/>
    <dgm:cxn modelId="{DDA3FDA7-761D-4F17-8C96-D6E5198369B4}" type="presOf" srcId="{F5B3C37F-96B0-44C5-9ABC-A8482858BF8A}" destId="{B3A0F19F-640D-4D62-B78E-962A9BD8DD32}" srcOrd="0" destOrd="0" presId="urn:microsoft.com/office/officeart/2005/8/layout/hList1"/>
    <dgm:cxn modelId="{572787B8-1E2D-48AD-B1C2-2C2B88C3643C}" type="presOf" srcId="{113CB36D-AB0E-463F-92F2-A194727C808D}" destId="{86C772CF-19E1-4CB9-AA32-97D2F72BC32B}" srcOrd="0" destOrd="0" presId="urn:microsoft.com/office/officeart/2005/8/layout/hList1"/>
    <dgm:cxn modelId="{B65885E0-80B2-4C79-919D-1181631B0F26}" srcId="{650AC34B-C7D2-42B7-B3EA-81303FA19385}" destId="{113CB36D-AB0E-463F-92F2-A194727C808D}" srcOrd="0" destOrd="0" parTransId="{80EDF5E3-C375-452E-9BF7-7D22075CE690}" sibTransId="{282A17B1-484B-4872-9EB3-FCFC39569987}"/>
    <dgm:cxn modelId="{43F6F3EE-1AF9-44D6-8658-92612244611A}" srcId="{D58474D4-D403-436C-A25E-DF0C23C8A0B0}" destId="{BADBA906-7DC1-4BE2-958E-1AE6B2ABA8A2}" srcOrd="0" destOrd="0" parTransId="{3311A6C3-32BE-4A87-AF7E-D4F1D625B3BB}" sibTransId="{B49C5515-A643-4546-9088-0EA087D8261F}"/>
    <dgm:cxn modelId="{796A5E3B-B12C-472D-AAB4-8504250BF8A0}" type="presParOf" srcId="{B3A0F19F-640D-4D62-B78E-962A9BD8DD32}" destId="{72B8613B-F94E-44D0-91D0-9D24030B489E}" srcOrd="0" destOrd="0" presId="urn:microsoft.com/office/officeart/2005/8/layout/hList1"/>
    <dgm:cxn modelId="{30C7F9AB-410B-402C-8E43-EA92BB0C6392}" type="presParOf" srcId="{72B8613B-F94E-44D0-91D0-9D24030B489E}" destId="{86E5A040-C1D5-4FDB-BA0C-6C5FA27DD218}" srcOrd="0" destOrd="0" presId="urn:microsoft.com/office/officeart/2005/8/layout/hList1"/>
    <dgm:cxn modelId="{08CFBCCA-ED48-40D1-87FF-663F0266D76D}" type="presParOf" srcId="{72B8613B-F94E-44D0-91D0-9D24030B489E}" destId="{86C772CF-19E1-4CB9-AA32-97D2F72BC32B}" srcOrd="1" destOrd="0" presId="urn:microsoft.com/office/officeart/2005/8/layout/hList1"/>
    <dgm:cxn modelId="{67FD2FDE-D4AC-4A98-9D53-FBB9F3421A75}" type="presParOf" srcId="{B3A0F19F-640D-4D62-B78E-962A9BD8DD32}" destId="{4D117A9E-1022-4F0B-833F-20ECFC846F0D}" srcOrd="1" destOrd="0" presId="urn:microsoft.com/office/officeart/2005/8/layout/hList1"/>
    <dgm:cxn modelId="{DFBC4A0D-6AB4-4C9A-AF0A-7CEB097FD919}" type="presParOf" srcId="{B3A0F19F-640D-4D62-B78E-962A9BD8DD32}" destId="{5D36B6EB-7EF7-4113-B8B7-55A89AD3B322}" srcOrd="2" destOrd="0" presId="urn:microsoft.com/office/officeart/2005/8/layout/hList1"/>
    <dgm:cxn modelId="{4AD9C728-BA0E-40CD-8B87-B4650BF88037}" type="presParOf" srcId="{5D36B6EB-7EF7-4113-B8B7-55A89AD3B322}" destId="{5C2A3F79-ACF7-4F59-8B56-CBA9DF1E21FF}" srcOrd="0" destOrd="0" presId="urn:microsoft.com/office/officeart/2005/8/layout/hList1"/>
    <dgm:cxn modelId="{AD0106FC-F273-4A1D-81D4-7B7E783A54DE}" type="presParOf" srcId="{5D36B6EB-7EF7-4113-B8B7-55A89AD3B322}" destId="{4A6E776F-A724-42EE-96BC-94C956569B6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FC6DBD-7E27-400D-9702-33ABE35D6DDC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3F2D66-BB33-47E1-AB69-D63732FAFFA5}">
      <dgm:prSet/>
      <dgm:spPr/>
      <dgm:t>
        <a:bodyPr/>
        <a:lstStyle/>
        <a:p>
          <a:r>
            <a:rPr lang="en-US"/>
            <a:t>Principales aplicaciones</a:t>
          </a:r>
        </a:p>
      </dgm:t>
    </dgm:pt>
    <dgm:pt modelId="{7C014FB6-57B8-4CD5-AD75-F752C3B6B7DE}" type="parTrans" cxnId="{E3A0C535-5AE8-435C-B145-01826838147C}">
      <dgm:prSet/>
      <dgm:spPr/>
      <dgm:t>
        <a:bodyPr/>
        <a:lstStyle/>
        <a:p>
          <a:endParaRPr lang="en-US"/>
        </a:p>
      </dgm:t>
    </dgm:pt>
    <dgm:pt modelId="{6700A589-95C0-41F7-B111-21F18DD3BE35}" type="sibTrans" cxnId="{E3A0C535-5AE8-435C-B145-01826838147C}">
      <dgm:prSet/>
      <dgm:spPr/>
      <dgm:t>
        <a:bodyPr/>
        <a:lstStyle/>
        <a:p>
          <a:endParaRPr lang="en-US"/>
        </a:p>
      </dgm:t>
    </dgm:pt>
    <dgm:pt modelId="{B7CA18DB-CEA7-427E-A0A5-B8E556A5CF67}">
      <dgm:prSet/>
      <dgm:spPr/>
      <dgm:t>
        <a:bodyPr/>
        <a:lstStyle/>
        <a:p>
          <a:r>
            <a:rPr lang="es-MX"/>
            <a:t>Seguimiento de vehículos y personas</a:t>
          </a:r>
          <a:endParaRPr lang="en-US"/>
        </a:p>
      </dgm:t>
    </dgm:pt>
    <dgm:pt modelId="{05EE78FC-40C1-4033-BB70-8CFE2DA2BF56}" type="parTrans" cxnId="{220EDF75-F332-44FC-86EF-7E8C27CF7653}">
      <dgm:prSet/>
      <dgm:spPr/>
      <dgm:t>
        <a:bodyPr/>
        <a:lstStyle/>
        <a:p>
          <a:endParaRPr lang="en-US"/>
        </a:p>
      </dgm:t>
    </dgm:pt>
    <dgm:pt modelId="{26B32009-1476-49F5-AE55-73E30861A64D}" type="sibTrans" cxnId="{220EDF75-F332-44FC-86EF-7E8C27CF7653}">
      <dgm:prSet/>
      <dgm:spPr/>
      <dgm:t>
        <a:bodyPr/>
        <a:lstStyle/>
        <a:p>
          <a:endParaRPr lang="en-US"/>
        </a:p>
      </dgm:t>
    </dgm:pt>
    <dgm:pt modelId="{77B7580F-411A-4004-8153-5ED4D329D823}">
      <dgm:prSet/>
      <dgm:spPr/>
      <dgm:t>
        <a:bodyPr/>
        <a:lstStyle/>
        <a:p>
          <a:r>
            <a:rPr lang="es-MX"/>
            <a:t>Gestión de emergencias y desastres naturales</a:t>
          </a:r>
          <a:endParaRPr lang="en-US"/>
        </a:p>
      </dgm:t>
    </dgm:pt>
    <dgm:pt modelId="{EFF3E74E-7061-4B04-8FCF-FAFAC48223EC}" type="parTrans" cxnId="{B9F23959-ADD1-480A-8278-F701EE18CBD9}">
      <dgm:prSet/>
      <dgm:spPr/>
      <dgm:t>
        <a:bodyPr/>
        <a:lstStyle/>
        <a:p>
          <a:endParaRPr lang="en-US"/>
        </a:p>
      </dgm:t>
    </dgm:pt>
    <dgm:pt modelId="{83D90F83-66E7-41BE-BA7D-4CA4191DE1D5}" type="sibTrans" cxnId="{B9F23959-ADD1-480A-8278-F701EE18CBD9}">
      <dgm:prSet/>
      <dgm:spPr/>
      <dgm:t>
        <a:bodyPr/>
        <a:lstStyle/>
        <a:p>
          <a:endParaRPr lang="en-US"/>
        </a:p>
      </dgm:t>
    </dgm:pt>
    <dgm:pt modelId="{A121E6B4-C76F-477A-9738-040EA70678CB}">
      <dgm:prSet/>
      <dgm:spPr/>
      <dgm:t>
        <a:bodyPr/>
        <a:lstStyle/>
        <a:p>
          <a:r>
            <a:rPr lang="es-MX"/>
            <a:t>Monitoreo de estaciones meteorológicas</a:t>
          </a:r>
          <a:endParaRPr lang="en-US"/>
        </a:p>
      </dgm:t>
    </dgm:pt>
    <dgm:pt modelId="{1E53E28A-1D84-4FF5-880B-4ED611DFEE49}" type="parTrans" cxnId="{F2D71FE3-BD58-4C17-B19C-6B0A6B7F8220}">
      <dgm:prSet/>
      <dgm:spPr/>
      <dgm:t>
        <a:bodyPr/>
        <a:lstStyle/>
        <a:p>
          <a:endParaRPr lang="en-US"/>
        </a:p>
      </dgm:t>
    </dgm:pt>
    <dgm:pt modelId="{97687518-0E45-4F9F-B5CC-5DD351965197}" type="sibTrans" cxnId="{F2D71FE3-BD58-4C17-B19C-6B0A6B7F8220}">
      <dgm:prSet/>
      <dgm:spPr/>
      <dgm:t>
        <a:bodyPr/>
        <a:lstStyle/>
        <a:p>
          <a:endParaRPr lang="en-US"/>
        </a:p>
      </dgm:t>
    </dgm:pt>
    <dgm:pt modelId="{155A77E1-8A55-4ED5-B6CE-0B3B4281331B}">
      <dgm:prSet/>
      <dgm:spPr/>
      <dgm:t>
        <a:bodyPr/>
        <a:lstStyle/>
        <a:p>
          <a:r>
            <a:rPr lang="es-MX"/>
            <a:t>Telemetría remota</a:t>
          </a:r>
          <a:endParaRPr lang="en-US"/>
        </a:p>
      </dgm:t>
    </dgm:pt>
    <dgm:pt modelId="{FA3F5FE8-75F0-4092-AAD8-3308D870CB01}" type="parTrans" cxnId="{90C577D4-4E1F-4E01-B57C-AD4B637446BF}">
      <dgm:prSet/>
      <dgm:spPr/>
      <dgm:t>
        <a:bodyPr/>
        <a:lstStyle/>
        <a:p>
          <a:endParaRPr lang="en-US"/>
        </a:p>
      </dgm:t>
    </dgm:pt>
    <dgm:pt modelId="{6D82FA13-A8F6-4601-A0B5-3127494984E6}" type="sibTrans" cxnId="{90C577D4-4E1F-4E01-B57C-AD4B637446BF}">
      <dgm:prSet/>
      <dgm:spPr/>
      <dgm:t>
        <a:bodyPr/>
        <a:lstStyle/>
        <a:p>
          <a:endParaRPr lang="en-US"/>
        </a:p>
      </dgm:t>
    </dgm:pt>
    <dgm:pt modelId="{2889F973-FCF7-4A46-8900-582A3C49C62A}">
      <dgm:prSet/>
      <dgm:spPr/>
      <dgm:t>
        <a:bodyPr/>
        <a:lstStyle/>
        <a:p>
          <a:r>
            <a:rPr lang="en-US"/>
            <a:t>Ventajas del Sistema</a:t>
          </a:r>
        </a:p>
      </dgm:t>
    </dgm:pt>
    <dgm:pt modelId="{DA82364A-0A03-40BA-BB1F-9D30A9212A97}" type="parTrans" cxnId="{20C10D7A-7E18-4E9D-9DA2-EDA6A70CEC06}">
      <dgm:prSet/>
      <dgm:spPr/>
      <dgm:t>
        <a:bodyPr/>
        <a:lstStyle/>
        <a:p>
          <a:endParaRPr lang="en-US"/>
        </a:p>
      </dgm:t>
    </dgm:pt>
    <dgm:pt modelId="{31459F92-D454-4CD9-A9CD-BBE822BAF648}" type="sibTrans" cxnId="{20C10D7A-7E18-4E9D-9DA2-EDA6A70CEC06}">
      <dgm:prSet/>
      <dgm:spPr/>
      <dgm:t>
        <a:bodyPr/>
        <a:lstStyle/>
        <a:p>
          <a:endParaRPr lang="en-US"/>
        </a:p>
      </dgm:t>
    </dgm:pt>
    <dgm:pt modelId="{F528BA3C-15B9-4BAE-9579-15CDA499ACF5}">
      <dgm:prSet/>
      <dgm:spPr/>
      <dgm:t>
        <a:bodyPr/>
        <a:lstStyle/>
        <a:p>
          <a:r>
            <a:rPr lang="es-MX"/>
            <a:t>Infraestructura ya existente</a:t>
          </a:r>
          <a:endParaRPr lang="en-US"/>
        </a:p>
      </dgm:t>
    </dgm:pt>
    <dgm:pt modelId="{57E8CF98-1238-45B7-87FA-A39BB718DC62}" type="parTrans" cxnId="{A942DA5C-75D6-4F00-B0CF-5B81E65043AF}">
      <dgm:prSet/>
      <dgm:spPr/>
      <dgm:t>
        <a:bodyPr/>
        <a:lstStyle/>
        <a:p>
          <a:endParaRPr lang="en-US"/>
        </a:p>
      </dgm:t>
    </dgm:pt>
    <dgm:pt modelId="{2AA64AE8-1A2B-4096-8D30-7C942A7D07AE}" type="sibTrans" cxnId="{A942DA5C-75D6-4F00-B0CF-5B81E65043AF}">
      <dgm:prSet/>
      <dgm:spPr/>
      <dgm:t>
        <a:bodyPr/>
        <a:lstStyle/>
        <a:p>
          <a:endParaRPr lang="en-US"/>
        </a:p>
      </dgm:t>
    </dgm:pt>
    <dgm:pt modelId="{9D0D6EDA-E9C1-424A-96A1-1A0F56F49D1E}">
      <dgm:prSet/>
      <dgm:spPr/>
      <dgm:t>
        <a:bodyPr/>
        <a:lstStyle/>
        <a:p>
          <a:r>
            <a:rPr lang="es-MX"/>
            <a:t>Alta robustez</a:t>
          </a:r>
          <a:endParaRPr lang="en-US"/>
        </a:p>
      </dgm:t>
    </dgm:pt>
    <dgm:pt modelId="{5AF76F21-AECD-4C13-96AD-CCA634F19986}" type="parTrans" cxnId="{E45B645D-83F2-4F03-A877-3B4B3048369C}">
      <dgm:prSet/>
      <dgm:spPr/>
      <dgm:t>
        <a:bodyPr/>
        <a:lstStyle/>
        <a:p>
          <a:endParaRPr lang="en-US"/>
        </a:p>
      </dgm:t>
    </dgm:pt>
    <dgm:pt modelId="{0BBFEA18-A5B0-41E5-8B91-1FD98487C968}" type="sibTrans" cxnId="{E45B645D-83F2-4F03-A877-3B4B3048369C}">
      <dgm:prSet/>
      <dgm:spPr/>
      <dgm:t>
        <a:bodyPr/>
        <a:lstStyle/>
        <a:p>
          <a:endParaRPr lang="en-US"/>
        </a:p>
      </dgm:t>
    </dgm:pt>
    <dgm:pt modelId="{3DC84D33-2BC6-4FD2-9AC8-F5AFCE4FB959}">
      <dgm:prSet/>
      <dgm:spPr/>
      <dgm:t>
        <a:bodyPr/>
        <a:lstStyle/>
        <a:p>
          <a:r>
            <a:rPr lang="es-MX"/>
            <a:t>Ideal para datos pequeños pero importantes</a:t>
          </a:r>
          <a:endParaRPr lang="en-US"/>
        </a:p>
      </dgm:t>
    </dgm:pt>
    <dgm:pt modelId="{19335683-7618-4AEA-AD68-ABBCC80E943D}" type="parTrans" cxnId="{7B78B2F2-A419-466A-8509-F38ADC6D92AB}">
      <dgm:prSet/>
      <dgm:spPr/>
      <dgm:t>
        <a:bodyPr/>
        <a:lstStyle/>
        <a:p>
          <a:endParaRPr lang="en-US"/>
        </a:p>
      </dgm:t>
    </dgm:pt>
    <dgm:pt modelId="{E9C95CE5-4305-4C57-81BC-7F010F6C2CB9}" type="sibTrans" cxnId="{7B78B2F2-A419-466A-8509-F38ADC6D92AB}">
      <dgm:prSet/>
      <dgm:spPr/>
      <dgm:t>
        <a:bodyPr/>
        <a:lstStyle/>
        <a:p>
          <a:endParaRPr lang="en-US"/>
        </a:p>
      </dgm:t>
    </dgm:pt>
    <dgm:pt modelId="{790E6982-4DAE-46FF-9A09-CCC536291F5E}" type="pres">
      <dgm:prSet presAssocID="{D2FC6DBD-7E27-400D-9702-33ABE35D6DDC}" presName="Name0" presStyleCnt="0">
        <dgm:presLayoutVars>
          <dgm:dir/>
          <dgm:animLvl val="lvl"/>
          <dgm:resizeHandles val="exact"/>
        </dgm:presLayoutVars>
      </dgm:prSet>
      <dgm:spPr/>
    </dgm:pt>
    <dgm:pt modelId="{9711C889-FEFF-4ADF-A1C6-8F4A766F2088}" type="pres">
      <dgm:prSet presAssocID="{653F2D66-BB33-47E1-AB69-D63732FAFFA5}" presName="linNode" presStyleCnt="0"/>
      <dgm:spPr/>
    </dgm:pt>
    <dgm:pt modelId="{6372722B-3062-4530-B2A9-7D64DBE23BCA}" type="pres">
      <dgm:prSet presAssocID="{653F2D66-BB33-47E1-AB69-D63732FAFFA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6D441BA-251A-4FE9-82C4-5D26963B20CC}" type="pres">
      <dgm:prSet presAssocID="{653F2D66-BB33-47E1-AB69-D63732FAFFA5}" presName="descendantText" presStyleLbl="alignAccFollowNode1" presStyleIdx="0" presStyleCnt="2">
        <dgm:presLayoutVars>
          <dgm:bulletEnabled val="1"/>
        </dgm:presLayoutVars>
      </dgm:prSet>
      <dgm:spPr/>
    </dgm:pt>
    <dgm:pt modelId="{3986DCAE-A662-42BE-B0E8-E6AF3D45EBE1}" type="pres">
      <dgm:prSet presAssocID="{6700A589-95C0-41F7-B111-21F18DD3BE35}" presName="sp" presStyleCnt="0"/>
      <dgm:spPr/>
    </dgm:pt>
    <dgm:pt modelId="{49FBF83B-68F5-4F42-9FD2-31099D4ACF41}" type="pres">
      <dgm:prSet presAssocID="{2889F973-FCF7-4A46-8900-582A3C49C62A}" presName="linNode" presStyleCnt="0"/>
      <dgm:spPr/>
    </dgm:pt>
    <dgm:pt modelId="{C9BBF269-8253-4DAD-8CAD-DCC1406DE6B7}" type="pres">
      <dgm:prSet presAssocID="{2889F973-FCF7-4A46-8900-582A3C49C62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CB91BDF-AB3A-4C50-8625-32F7ED31685A}" type="pres">
      <dgm:prSet presAssocID="{2889F973-FCF7-4A46-8900-582A3C49C62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D643B0F-820E-4829-A3A7-32F20F74ADD7}" type="presOf" srcId="{653F2D66-BB33-47E1-AB69-D63732FAFFA5}" destId="{6372722B-3062-4530-B2A9-7D64DBE23BCA}" srcOrd="0" destOrd="0" presId="urn:microsoft.com/office/officeart/2005/8/layout/vList5"/>
    <dgm:cxn modelId="{E3A0C535-5AE8-435C-B145-01826838147C}" srcId="{D2FC6DBD-7E27-400D-9702-33ABE35D6DDC}" destId="{653F2D66-BB33-47E1-AB69-D63732FAFFA5}" srcOrd="0" destOrd="0" parTransId="{7C014FB6-57B8-4CD5-AD75-F752C3B6B7DE}" sibTransId="{6700A589-95C0-41F7-B111-21F18DD3BE35}"/>
    <dgm:cxn modelId="{D86D683B-C23C-4A99-8B26-E2E4BC87B733}" type="presOf" srcId="{77B7580F-411A-4004-8153-5ED4D329D823}" destId="{06D441BA-251A-4FE9-82C4-5D26963B20CC}" srcOrd="0" destOrd="1" presId="urn:microsoft.com/office/officeart/2005/8/layout/vList5"/>
    <dgm:cxn modelId="{A942DA5C-75D6-4F00-B0CF-5B81E65043AF}" srcId="{2889F973-FCF7-4A46-8900-582A3C49C62A}" destId="{F528BA3C-15B9-4BAE-9579-15CDA499ACF5}" srcOrd="0" destOrd="0" parTransId="{57E8CF98-1238-45B7-87FA-A39BB718DC62}" sibTransId="{2AA64AE8-1A2B-4096-8D30-7C942A7D07AE}"/>
    <dgm:cxn modelId="{E45B645D-83F2-4F03-A877-3B4B3048369C}" srcId="{2889F973-FCF7-4A46-8900-582A3C49C62A}" destId="{9D0D6EDA-E9C1-424A-96A1-1A0F56F49D1E}" srcOrd="1" destOrd="0" parTransId="{5AF76F21-AECD-4C13-96AD-CCA634F19986}" sibTransId="{0BBFEA18-A5B0-41E5-8B91-1FD98487C968}"/>
    <dgm:cxn modelId="{F606B86D-A977-4B4A-BB24-163B88C6DAA1}" type="presOf" srcId="{B7CA18DB-CEA7-427E-A0A5-B8E556A5CF67}" destId="{06D441BA-251A-4FE9-82C4-5D26963B20CC}" srcOrd="0" destOrd="0" presId="urn:microsoft.com/office/officeart/2005/8/layout/vList5"/>
    <dgm:cxn modelId="{220EDF75-F332-44FC-86EF-7E8C27CF7653}" srcId="{653F2D66-BB33-47E1-AB69-D63732FAFFA5}" destId="{B7CA18DB-CEA7-427E-A0A5-B8E556A5CF67}" srcOrd="0" destOrd="0" parTransId="{05EE78FC-40C1-4033-BB70-8CFE2DA2BF56}" sibTransId="{26B32009-1476-49F5-AE55-73E30861A64D}"/>
    <dgm:cxn modelId="{B9F23959-ADD1-480A-8278-F701EE18CBD9}" srcId="{653F2D66-BB33-47E1-AB69-D63732FAFFA5}" destId="{77B7580F-411A-4004-8153-5ED4D329D823}" srcOrd="1" destOrd="0" parTransId="{EFF3E74E-7061-4B04-8FCF-FAFAC48223EC}" sibTransId="{83D90F83-66E7-41BE-BA7D-4CA4191DE1D5}"/>
    <dgm:cxn modelId="{20C10D7A-7E18-4E9D-9DA2-EDA6A70CEC06}" srcId="{D2FC6DBD-7E27-400D-9702-33ABE35D6DDC}" destId="{2889F973-FCF7-4A46-8900-582A3C49C62A}" srcOrd="1" destOrd="0" parTransId="{DA82364A-0A03-40BA-BB1F-9D30A9212A97}" sibTransId="{31459F92-D454-4CD9-A9CD-BBE822BAF648}"/>
    <dgm:cxn modelId="{FEE78A87-559A-4AC3-AE2A-0E5FFB440B86}" type="presOf" srcId="{9D0D6EDA-E9C1-424A-96A1-1A0F56F49D1E}" destId="{ACB91BDF-AB3A-4C50-8625-32F7ED31685A}" srcOrd="0" destOrd="1" presId="urn:microsoft.com/office/officeart/2005/8/layout/vList5"/>
    <dgm:cxn modelId="{2346C192-A00F-4B53-9896-BBDE5EA8A10B}" type="presOf" srcId="{2889F973-FCF7-4A46-8900-582A3C49C62A}" destId="{C9BBF269-8253-4DAD-8CAD-DCC1406DE6B7}" srcOrd="0" destOrd="0" presId="urn:microsoft.com/office/officeart/2005/8/layout/vList5"/>
    <dgm:cxn modelId="{9B96E1B6-80BC-404C-A5C4-C2796AFB26CC}" type="presOf" srcId="{A121E6B4-C76F-477A-9738-040EA70678CB}" destId="{06D441BA-251A-4FE9-82C4-5D26963B20CC}" srcOrd="0" destOrd="2" presId="urn:microsoft.com/office/officeart/2005/8/layout/vList5"/>
    <dgm:cxn modelId="{0F3E61D2-2064-4D83-81A0-843A5EF988F7}" type="presOf" srcId="{155A77E1-8A55-4ED5-B6CE-0B3B4281331B}" destId="{06D441BA-251A-4FE9-82C4-5D26963B20CC}" srcOrd="0" destOrd="3" presId="urn:microsoft.com/office/officeart/2005/8/layout/vList5"/>
    <dgm:cxn modelId="{90C577D4-4E1F-4E01-B57C-AD4B637446BF}" srcId="{653F2D66-BB33-47E1-AB69-D63732FAFFA5}" destId="{155A77E1-8A55-4ED5-B6CE-0B3B4281331B}" srcOrd="3" destOrd="0" parTransId="{FA3F5FE8-75F0-4092-AAD8-3308D870CB01}" sibTransId="{6D82FA13-A8F6-4601-A0B5-3127494984E6}"/>
    <dgm:cxn modelId="{1FCCFCDA-1B9C-4306-B98E-A3F38DF2A9A6}" type="presOf" srcId="{F528BA3C-15B9-4BAE-9579-15CDA499ACF5}" destId="{ACB91BDF-AB3A-4C50-8625-32F7ED31685A}" srcOrd="0" destOrd="0" presId="urn:microsoft.com/office/officeart/2005/8/layout/vList5"/>
    <dgm:cxn modelId="{0A6CDDE0-D4B4-450A-91EA-54E075500335}" type="presOf" srcId="{3DC84D33-2BC6-4FD2-9AC8-F5AFCE4FB959}" destId="{ACB91BDF-AB3A-4C50-8625-32F7ED31685A}" srcOrd="0" destOrd="2" presId="urn:microsoft.com/office/officeart/2005/8/layout/vList5"/>
    <dgm:cxn modelId="{F2D71FE3-BD58-4C17-B19C-6B0A6B7F8220}" srcId="{653F2D66-BB33-47E1-AB69-D63732FAFFA5}" destId="{A121E6B4-C76F-477A-9738-040EA70678CB}" srcOrd="2" destOrd="0" parTransId="{1E53E28A-1D84-4FF5-880B-4ED611DFEE49}" sibTransId="{97687518-0E45-4F9F-B5CC-5DD351965197}"/>
    <dgm:cxn modelId="{E4CFA2EA-1F66-47BD-B23E-D1A11C135B5C}" type="presOf" srcId="{D2FC6DBD-7E27-400D-9702-33ABE35D6DDC}" destId="{790E6982-4DAE-46FF-9A09-CCC536291F5E}" srcOrd="0" destOrd="0" presId="urn:microsoft.com/office/officeart/2005/8/layout/vList5"/>
    <dgm:cxn modelId="{7B78B2F2-A419-466A-8509-F38ADC6D92AB}" srcId="{2889F973-FCF7-4A46-8900-582A3C49C62A}" destId="{3DC84D33-2BC6-4FD2-9AC8-F5AFCE4FB959}" srcOrd="2" destOrd="0" parTransId="{19335683-7618-4AEA-AD68-ABBCC80E943D}" sibTransId="{E9C95CE5-4305-4C57-81BC-7F010F6C2CB9}"/>
    <dgm:cxn modelId="{BE290930-9289-49ED-B79E-D357052B9038}" type="presParOf" srcId="{790E6982-4DAE-46FF-9A09-CCC536291F5E}" destId="{9711C889-FEFF-4ADF-A1C6-8F4A766F2088}" srcOrd="0" destOrd="0" presId="urn:microsoft.com/office/officeart/2005/8/layout/vList5"/>
    <dgm:cxn modelId="{232F6A11-F973-46B9-82C9-F5FA0E920062}" type="presParOf" srcId="{9711C889-FEFF-4ADF-A1C6-8F4A766F2088}" destId="{6372722B-3062-4530-B2A9-7D64DBE23BCA}" srcOrd="0" destOrd="0" presId="urn:microsoft.com/office/officeart/2005/8/layout/vList5"/>
    <dgm:cxn modelId="{5E6BF675-DFB5-4F76-9B0E-9FBD3038835E}" type="presParOf" srcId="{9711C889-FEFF-4ADF-A1C6-8F4A766F2088}" destId="{06D441BA-251A-4FE9-82C4-5D26963B20CC}" srcOrd="1" destOrd="0" presId="urn:microsoft.com/office/officeart/2005/8/layout/vList5"/>
    <dgm:cxn modelId="{822EFA28-8CBB-4E58-82CA-6044E870D4FE}" type="presParOf" srcId="{790E6982-4DAE-46FF-9A09-CCC536291F5E}" destId="{3986DCAE-A662-42BE-B0E8-E6AF3D45EBE1}" srcOrd="1" destOrd="0" presId="urn:microsoft.com/office/officeart/2005/8/layout/vList5"/>
    <dgm:cxn modelId="{8A9AE1CC-9BF2-425D-9BDF-5331EECC62E6}" type="presParOf" srcId="{790E6982-4DAE-46FF-9A09-CCC536291F5E}" destId="{49FBF83B-68F5-4F42-9FD2-31099D4ACF41}" srcOrd="2" destOrd="0" presId="urn:microsoft.com/office/officeart/2005/8/layout/vList5"/>
    <dgm:cxn modelId="{CEF9AADF-F69E-4867-993C-2E5EAB8C4A30}" type="presParOf" srcId="{49FBF83B-68F5-4F42-9FD2-31099D4ACF41}" destId="{C9BBF269-8253-4DAD-8CAD-DCC1406DE6B7}" srcOrd="0" destOrd="0" presId="urn:microsoft.com/office/officeart/2005/8/layout/vList5"/>
    <dgm:cxn modelId="{8A296897-0EB3-408D-B99B-EBC3490D58DA}" type="presParOf" srcId="{49FBF83B-68F5-4F42-9FD2-31099D4ACF41}" destId="{ACB91BDF-AB3A-4C50-8625-32F7ED31685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3E0295-5529-4B57-80A4-1F1F2E50AA6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89F53F-2ADD-4403-A66F-68FD86F52C3C}">
      <dgm:prSet/>
      <dgm:spPr/>
      <dgm:t>
        <a:bodyPr/>
        <a:lstStyle/>
        <a:p>
          <a:r>
            <a:rPr lang="en-US"/>
            <a:t>Protocolo utilizado: AX.25</a:t>
          </a:r>
        </a:p>
      </dgm:t>
    </dgm:pt>
    <dgm:pt modelId="{BC2DF02B-D191-4A5F-8501-5C2FC02E9373}" type="parTrans" cxnId="{0C225380-E399-40FA-A51C-D3C20D0D481F}">
      <dgm:prSet/>
      <dgm:spPr/>
      <dgm:t>
        <a:bodyPr/>
        <a:lstStyle/>
        <a:p>
          <a:endParaRPr lang="en-US"/>
        </a:p>
      </dgm:t>
    </dgm:pt>
    <dgm:pt modelId="{20702A9F-B9DB-43E7-96A7-392BC7672F62}" type="sibTrans" cxnId="{0C225380-E399-40FA-A51C-D3C20D0D481F}">
      <dgm:prSet/>
      <dgm:spPr/>
      <dgm:t>
        <a:bodyPr/>
        <a:lstStyle/>
        <a:p>
          <a:endParaRPr lang="en-US"/>
        </a:p>
      </dgm:t>
    </dgm:pt>
    <dgm:pt modelId="{5AB40565-9907-4E1B-AD1E-DADBD3377FC8}">
      <dgm:prSet/>
      <dgm:spPr/>
      <dgm:t>
        <a:bodyPr/>
        <a:lstStyle/>
        <a:p>
          <a:r>
            <a:rPr lang="es-MX"/>
            <a:t>Basado en el protocolo X.25</a:t>
          </a:r>
          <a:endParaRPr lang="en-US"/>
        </a:p>
      </dgm:t>
    </dgm:pt>
    <dgm:pt modelId="{A8B71142-56E7-442C-978A-321886D48E29}" type="parTrans" cxnId="{3C69B894-A16F-4748-8E44-059FA8424318}">
      <dgm:prSet/>
      <dgm:spPr/>
      <dgm:t>
        <a:bodyPr/>
        <a:lstStyle/>
        <a:p>
          <a:endParaRPr lang="en-US"/>
        </a:p>
      </dgm:t>
    </dgm:pt>
    <dgm:pt modelId="{8FE0263F-5BC7-40F7-85A3-EC85E1BB1C5B}" type="sibTrans" cxnId="{3C69B894-A16F-4748-8E44-059FA8424318}">
      <dgm:prSet/>
      <dgm:spPr/>
      <dgm:t>
        <a:bodyPr/>
        <a:lstStyle/>
        <a:p>
          <a:endParaRPr lang="en-US"/>
        </a:p>
      </dgm:t>
    </dgm:pt>
    <dgm:pt modelId="{EC7C9AA7-53EA-454D-8E27-459B093A63B0}">
      <dgm:prSet/>
      <dgm:spPr/>
      <dgm:t>
        <a:bodyPr/>
        <a:lstStyle/>
        <a:p>
          <a:r>
            <a:rPr lang="es-MX"/>
            <a:t>Adaptado para radioaficionados</a:t>
          </a:r>
          <a:endParaRPr lang="en-US"/>
        </a:p>
      </dgm:t>
    </dgm:pt>
    <dgm:pt modelId="{3B069901-4E9D-4B97-AB19-3C42F62DC036}" type="parTrans" cxnId="{930E61BB-5F4C-4C39-B57F-CAB5F1A997D8}">
      <dgm:prSet/>
      <dgm:spPr/>
      <dgm:t>
        <a:bodyPr/>
        <a:lstStyle/>
        <a:p>
          <a:endParaRPr lang="en-US"/>
        </a:p>
      </dgm:t>
    </dgm:pt>
    <dgm:pt modelId="{23E52A50-1ADD-4DD9-99B5-B1C00D490148}" type="sibTrans" cxnId="{930E61BB-5F4C-4C39-B57F-CAB5F1A997D8}">
      <dgm:prSet/>
      <dgm:spPr/>
      <dgm:t>
        <a:bodyPr/>
        <a:lstStyle/>
        <a:p>
          <a:endParaRPr lang="en-US"/>
        </a:p>
      </dgm:t>
    </dgm:pt>
    <dgm:pt modelId="{D38CEA47-EED8-4907-9233-A4A66F154655}">
      <dgm:prSet/>
      <dgm:spPr/>
      <dgm:t>
        <a:bodyPr/>
        <a:lstStyle/>
        <a:p>
          <a:r>
            <a:rPr lang="es-MX"/>
            <a:t>Opera en la capa de enlace</a:t>
          </a:r>
          <a:endParaRPr lang="en-US"/>
        </a:p>
      </dgm:t>
    </dgm:pt>
    <dgm:pt modelId="{FBB7D2D0-14C5-45EE-A604-0ECEF31D42C3}" type="parTrans" cxnId="{DFC7E24C-18DC-4C2D-B279-99D37D29B52A}">
      <dgm:prSet/>
      <dgm:spPr/>
      <dgm:t>
        <a:bodyPr/>
        <a:lstStyle/>
        <a:p>
          <a:endParaRPr lang="en-US"/>
        </a:p>
      </dgm:t>
    </dgm:pt>
    <dgm:pt modelId="{E8DA54EF-C801-42AE-ADED-44E3659D6125}" type="sibTrans" cxnId="{DFC7E24C-18DC-4C2D-B279-99D37D29B52A}">
      <dgm:prSet/>
      <dgm:spPr/>
      <dgm:t>
        <a:bodyPr/>
        <a:lstStyle/>
        <a:p>
          <a:endParaRPr lang="en-US"/>
        </a:p>
      </dgm:t>
    </dgm:pt>
    <dgm:pt modelId="{B1E96127-8ED8-454C-94C5-81C179F1141C}">
      <dgm:prSet/>
      <dgm:spPr/>
      <dgm:t>
        <a:bodyPr/>
        <a:lstStyle/>
        <a:p>
          <a:r>
            <a:rPr lang="en-US"/>
            <a:t>Características</a:t>
          </a:r>
        </a:p>
      </dgm:t>
    </dgm:pt>
    <dgm:pt modelId="{3A2C00DC-2E39-4898-A355-E259AA7547DB}" type="parTrans" cxnId="{14B19756-11C5-42F7-8F33-FEB41DCB9DA1}">
      <dgm:prSet/>
      <dgm:spPr/>
      <dgm:t>
        <a:bodyPr/>
        <a:lstStyle/>
        <a:p>
          <a:endParaRPr lang="en-US"/>
        </a:p>
      </dgm:t>
    </dgm:pt>
    <dgm:pt modelId="{C5925A28-2EA0-4139-83F4-174BD5643A60}" type="sibTrans" cxnId="{14B19756-11C5-42F7-8F33-FEB41DCB9DA1}">
      <dgm:prSet/>
      <dgm:spPr/>
      <dgm:t>
        <a:bodyPr/>
        <a:lstStyle/>
        <a:p>
          <a:endParaRPr lang="en-US"/>
        </a:p>
      </dgm:t>
    </dgm:pt>
    <dgm:pt modelId="{FA4F8BA4-D1C4-4294-A5D7-4FA4BBBDF385}">
      <dgm:prSet/>
      <dgm:spPr/>
      <dgm:t>
        <a:bodyPr/>
        <a:lstStyle/>
        <a:p>
          <a:r>
            <a:rPr lang="es-MX"/>
            <a:t>Comunicación no orientada a conexión</a:t>
          </a:r>
          <a:endParaRPr lang="en-US"/>
        </a:p>
      </dgm:t>
    </dgm:pt>
    <dgm:pt modelId="{AF26FB43-C65C-44ED-9EC4-EC025B76C399}" type="parTrans" cxnId="{BEC755CA-3B4C-42A2-840F-7EA97726A838}">
      <dgm:prSet/>
      <dgm:spPr/>
      <dgm:t>
        <a:bodyPr/>
        <a:lstStyle/>
        <a:p>
          <a:endParaRPr lang="en-US"/>
        </a:p>
      </dgm:t>
    </dgm:pt>
    <dgm:pt modelId="{EE300847-0B88-4233-A5A7-2B76B4C5890C}" type="sibTrans" cxnId="{BEC755CA-3B4C-42A2-840F-7EA97726A838}">
      <dgm:prSet/>
      <dgm:spPr/>
      <dgm:t>
        <a:bodyPr/>
        <a:lstStyle/>
        <a:p>
          <a:endParaRPr lang="en-US"/>
        </a:p>
      </dgm:t>
    </dgm:pt>
    <dgm:pt modelId="{DC1F27BD-F2BA-4E7A-ABD4-4DF2B8496A6F}">
      <dgm:prSet/>
      <dgm:spPr/>
      <dgm:t>
        <a:bodyPr/>
        <a:lstStyle/>
        <a:p>
          <a:r>
            <a:rPr lang="es-MX"/>
            <a:t>Tramas cortas</a:t>
          </a:r>
          <a:endParaRPr lang="en-US"/>
        </a:p>
      </dgm:t>
    </dgm:pt>
    <dgm:pt modelId="{B10E1C7C-3794-43C9-80F8-3AFDCF4C435E}" type="parTrans" cxnId="{B372DDD9-2EEF-432F-B130-26177257F868}">
      <dgm:prSet/>
      <dgm:spPr/>
      <dgm:t>
        <a:bodyPr/>
        <a:lstStyle/>
        <a:p>
          <a:endParaRPr lang="en-US"/>
        </a:p>
      </dgm:t>
    </dgm:pt>
    <dgm:pt modelId="{D6C208B9-8F6F-4275-8F85-5088B5718DC6}" type="sibTrans" cxnId="{B372DDD9-2EEF-432F-B130-26177257F868}">
      <dgm:prSet/>
      <dgm:spPr/>
      <dgm:t>
        <a:bodyPr/>
        <a:lstStyle/>
        <a:p>
          <a:endParaRPr lang="en-US"/>
        </a:p>
      </dgm:t>
    </dgm:pt>
    <dgm:pt modelId="{63A37801-0980-49CC-907C-EF9712C8CC3C}">
      <dgm:prSet/>
      <dgm:spPr/>
      <dgm:t>
        <a:bodyPr/>
        <a:lstStyle/>
        <a:p>
          <a:r>
            <a:rPr lang="es-MX"/>
            <a:t>Alta robustez ante errores</a:t>
          </a:r>
          <a:endParaRPr lang="en-US"/>
        </a:p>
      </dgm:t>
    </dgm:pt>
    <dgm:pt modelId="{EDF51704-BF79-4701-B8C9-474730973536}" type="parTrans" cxnId="{4DA3BA37-1B9E-496D-9033-C5E64CB9526D}">
      <dgm:prSet/>
      <dgm:spPr/>
      <dgm:t>
        <a:bodyPr/>
        <a:lstStyle/>
        <a:p>
          <a:endParaRPr lang="en-US"/>
        </a:p>
      </dgm:t>
    </dgm:pt>
    <dgm:pt modelId="{595FC0D2-881B-4117-96DA-737E8B92757C}" type="sibTrans" cxnId="{4DA3BA37-1B9E-496D-9033-C5E64CB9526D}">
      <dgm:prSet/>
      <dgm:spPr/>
      <dgm:t>
        <a:bodyPr/>
        <a:lstStyle/>
        <a:p>
          <a:endParaRPr lang="en-US"/>
        </a:p>
      </dgm:t>
    </dgm:pt>
    <dgm:pt modelId="{7B2EC0AB-8166-446B-9AA9-77C46FF18B4D}">
      <dgm:prSet/>
      <dgm:spPr/>
      <dgm:t>
        <a:bodyPr/>
        <a:lstStyle/>
        <a:p>
          <a:r>
            <a:rPr lang="es-MX"/>
            <a:t>Bajo overhead</a:t>
          </a:r>
          <a:endParaRPr lang="en-US"/>
        </a:p>
      </dgm:t>
    </dgm:pt>
    <dgm:pt modelId="{2DF0AFC7-35AC-44B2-A374-DF17788DFF1D}" type="parTrans" cxnId="{1C95B786-C971-41C6-AC88-4879CEF92380}">
      <dgm:prSet/>
      <dgm:spPr/>
      <dgm:t>
        <a:bodyPr/>
        <a:lstStyle/>
        <a:p>
          <a:endParaRPr lang="en-US"/>
        </a:p>
      </dgm:t>
    </dgm:pt>
    <dgm:pt modelId="{86D7C86C-483A-41F3-8440-3427BD77F765}" type="sibTrans" cxnId="{1C95B786-C971-41C6-AC88-4879CEF92380}">
      <dgm:prSet/>
      <dgm:spPr/>
      <dgm:t>
        <a:bodyPr/>
        <a:lstStyle/>
        <a:p>
          <a:endParaRPr lang="en-US"/>
        </a:p>
      </dgm:t>
    </dgm:pt>
    <dgm:pt modelId="{C770FE5D-4D84-4479-BC8C-513C9E2E99DD}">
      <dgm:prSet/>
      <dgm:spPr/>
      <dgm:t>
        <a:bodyPr/>
        <a:lstStyle/>
        <a:p>
          <a:r>
            <a:rPr lang="en-US"/>
            <a:t>Optimizado para</a:t>
          </a:r>
        </a:p>
      </dgm:t>
    </dgm:pt>
    <dgm:pt modelId="{567E2E34-3687-46FD-AD4A-561DD6F9C13E}" type="parTrans" cxnId="{8BC55A59-C879-40A6-B666-D85376866190}">
      <dgm:prSet/>
      <dgm:spPr/>
      <dgm:t>
        <a:bodyPr/>
        <a:lstStyle/>
        <a:p>
          <a:endParaRPr lang="en-US"/>
        </a:p>
      </dgm:t>
    </dgm:pt>
    <dgm:pt modelId="{98DFDCC8-7B66-4A13-9E1C-FA7169CC5D58}" type="sibTrans" cxnId="{8BC55A59-C879-40A6-B666-D85376866190}">
      <dgm:prSet/>
      <dgm:spPr/>
      <dgm:t>
        <a:bodyPr/>
        <a:lstStyle/>
        <a:p>
          <a:endParaRPr lang="en-US"/>
        </a:p>
      </dgm:t>
    </dgm:pt>
    <dgm:pt modelId="{B99F90FD-D7FF-40E6-8498-D92B6DA65B37}">
      <dgm:prSet/>
      <dgm:spPr/>
      <dgm:t>
        <a:bodyPr/>
        <a:lstStyle/>
        <a:p>
          <a:r>
            <a:rPr lang="es-MX"/>
            <a:t>Enlaces poco confiables</a:t>
          </a:r>
          <a:endParaRPr lang="en-US"/>
        </a:p>
      </dgm:t>
    </dgm:pt>
    <dgm:pt modelId="{F33D0AB0-905C-40CF-9F69-E77A7B513760}" type="parTrans" cxnId="{54997A8B-765C-4296-AD7B-0BEB04290C30}">
      <dgm:prSet/>
      <dgm:spPr/>
      <dgm:t>
        <a:bodyPr/>
        <a:lstStyle/>
        <a:p>
          <a:endParaRPr lang="en-US"/>
        </a:p>
      </dgm:t>
    </dgm:pt>
    <dgm:pt modelId="{C8055ADC-60FA-4FB3-A241-36115F9E2535}" type="sibTrans" cxnId="{54997A8B-765C-4296-AD7B-0BEB04290C30}">
      <dgm:prSet/>
      <dgm:spPr/>
      <dgm:t>
        <a:bodyPr/>
        <a:lstStyle/>
        <a:p>
          <a:endParaRPr lang="en-US"/>
        </a:p>
      </dgm:t>
    </dgm:pt>
    <dgm:pt modelId="{191F2677-F6E5-4451-9D4A-73D945F010FF}">
      <dgm:prSet/>
      <dgm:spPr/>
      <dgm:t>
        <a:bodyPr/>
        <a:lstStyle/>
        <a:p>
          <a:r>
            <a:rPr lang="es-MX"/>
            <a:t>Canales con ruido</a:t>
          </a:r>
          <a:endParaRPr lang="en-US"/>
        </a:p>
      </dgm:t>
    </dgm:pt>
    <dgm:pt modelId="{0D8D38E4-26EC-4454-85FB-069DCAD94179}" type="parTrans" cxnId="{A4E881CE-B36F-407E-B4ED-314746B9971E}">
      <dgm:prSet/>
      <dgm:spPr/>
      <dgm:t>
        <a:bodyPr/>
        <a:lstStyle/>
        <a:p>
          <a:endParaRPr lang="en-US"/>
        </a:p>
      </dgm:t>
    </dgm:pt>
    <dgm:pt modelId="{7566A6DD-270D-4FC3-9C41-6F1794439451}" type="sibTrans" cxnId="{A4E881CE-B36F-407E-B4ED-314746B9971E}">
      <dgm:prSet/>
      <dgm:spPr/>
      <dgm:t>
        <a:bodyPr/>
        <a:lstStyle/>
        <a:p>
          <a:endParaRPr lang="en-US"/>
        </a:p>
      </dgm:t>
    </dgm:pt>
    <dgm:pt modelId="{E9D43D2C-9D90-4CBB-BA3E-0E23738669A7}">
      <dgm:prSet/>
      <dgm:spPr/>
      <dgm:t>
        <a:bodyPr/>
        <a:lstStyle/>
        <a:p>
          <a:r>
            <a:rPr lang="es-MX"/>
            <a:t>Baja tasa de datos</a:t>
          </a:r>
          <a:endParaRPr lang="en-US"/>
        </a:p>
      </dgm:t>
    </dgm:pt>
    <dgm:pt modelId="{EF4ED7D8-12CA-492F-B958-0D7D17487A37}" type="parTrans" cxnId="{17F3EA36-4292-44E0-8EF2-6D20E5A67D48}">
      <dgm:prSet/>
      <dgm:spPr/>
      <dgm:t>
        <a:bodyPr/>
        <a:lstStyle/>
        <a:p>
          <a:endParaRPr lang="en-US"/>
        </a:p>
      </dgm:t>
    </dgm:pt>
    <dgm:pt modelId="{284F9163-7579-48F7-8250-75177A8B2B92}" type="sibTrans" cxnId="{17F3EA36-4292-44E0-8EF2-6D20E5A67D48}">
      <dgm:prSet/>
      <dgm:spPr/>
      <dgm:t>
        <a:bodyPr/>
        <a:lstStyle/>
        <a:p>
          <a:endParaRPr lang="en-US"/>
        </a:p>
      </dgm:t>
    </dgm:pt>
    <dgm:pt modelId="{42C318BE-BEFA-4F0A-92BD-C2D5EB55BD56}" type="pres">
      <dgm:prSet presAssocID="{FC3E0295-5529-4B57-80A4-1F1F2E50AA63}" presName="linear" presStyleCnt="0">
        <dgm:presLayoutVars>
          <dgm:dir/>
          <dgm:animLvl val="lvl"/>
          <dgm:resizeHandles val="exact"/>
        </dgm:presLayoutVars>
      </dgm:prSet>
      <dgm:spPr/>
    </dgm:pt>
    <dgm:pt modelId="{2D2634B7-0B37-49BB-A4D2-B23A5BCF5FEF}" type="pres">
      <dgm:prSet presAssocID="{BF89F53F-2ADD-4403-A66F-68FD86F52C3C}" presName="parentLin" presStyleCnt="0"/>
      <dgm:spPr/>
    </dgm:pt>
    <dgm:pt modelId="{6D21DA2F-B3F0-4306-B057-CDFE62CA1BE8}" type="pres">
      <dgm:prSet presAssocID="{BF89F53F-2ADD-4403-A66F-68FD86F52C3C}" presName="parentLeftMargin" presStyleLbl="node1" presStyleIdx="0" presStyleCnt="3"/>
      <dgm:spPr/>
    </dgm:pt>
    <dgm:pt modelId="{4757C0F8-84CB-42AC-978B-DAB045868B28}" type="pres">
      <dgm:prSet presAssocID="{BF89F53F-2ADD-4403-A66F-68FD86F52C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4EADD2-B675-42B8-83BE-140BE208DE7A}" type="pres">
      <dgm:prSet presAssocID="{BF89F53F-2ADD-4403-A66F-68FD86F52C3C}" presName="negativeSpace" presStyleCnt="0"/>
      <dgm:spPr/>
    </dgm:pt>
    <dgm:pt modelId="{67F3988A-CBF1-4B85-9A34-C55EEB53BD23}" type="pres">
      <dgm:prSet presAssocID="{BF89F53F-2ADD-4403-A66F-68FD86F52C3C}" presName="childText" presStyleLbl="conFgAcc1" presStyleIdx="0" presStyleCnt="3">
        <dgm:presLayoutVars>
          <dgm:bulletEnabled val="1"/>
        </dgm:presLayoutVars>
      </dgm:prSet>
      <dgm:spPr/>
    </dgm:pt>
    <dgm:pt modelId="{C113232B-9F42-4309-8C56-E5AFF0073810}" type="pres">
      <dgm:prSet presAssocID="{20702A9F-B9DB-43E7-96A7-392BC7672F62}" presName="spaceBetweenRectangles" presStyleCnt="0"/>
      <dgm:spPr/>
    </dgm:pt>
    <dgm:pt modelId="{505A6296-5466-4C49-8F10-630A22F047C3}" type="pres">
      <dgm:prSet presAssocID="{B1E96127-8ED8-454C-94C5-81C179F1141C}" presName="parentLin" presStyleCnt="0"/>
      <dgm:spPr/>
    </dgm:pt>
    <dgm:pt modelId="{FE9D76AA-DBBE-4A09-85FA-2A739D088771}" type="pres">
      <dgm:prSet presAssocID="{B1E96127-8ED8-454C-94C5-81C179F1141C}" presName="parentLeftMargin" presStyleLbl="node1" presStyleIdx="0" presStyleCnt="3"/>
      <dgm:spPr/>
    </dgm:pt>
    <dgm:pt modelId="{E05A863A-159D-4C31-87A9-564770727A29}" type="pres">
      <dgm:prSet presAssocID="{B1E96127-8ED8-454C-94C5-81C179F114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DD85B0-1733-432F-ACFB-D538E3077201}" type="pres">
      <dgm:prSet presAssocID="{B1E96127-8ED8-454C-94C5-81C179F1141C}" presName="negativeSpace" presStyleCnt="0"/>
      <dgm:spPr/>
    </dgm:pt>
    <dgm:pt modelId="{5F9D9D32-8428-4D90-ACC9-5D87390BFCF1}" type="pres">
      <dgm:prSet presAssocID="{B1E96127-8ED8-454C-94C5-81C179F1141C}" presName="childText" presStyleLbl="conFgAcc1" presStyleIdx="1" presStyleCnt="3">
        <dgm:presLayoutVars>
          <dgm:bulletEnabled val="1"/>
        </dgm:presLayoutVars>
      </dgm:prSet>
      <dgm:spPr/>
    </dgm:pt>
    <dgm:pt modelId="{C44E1D3F-C0E4-4BBF-84B0-611AA919292F}" type="pres">
      <dgm:prSet presAssocID="{C5925A28-2EA0-4139-83F4-174BD5643A60}" presName="spaceBetweenRectangles" presStyleCnt="0"/>
      <dgm:spPr/>
    </dgm:pt>
    <dgm:pt modelId="{18B076C3-1B59-4EF8-BFED-2EE57C50B087}" type="pres">
      <dgm:prSet presAssocID="{C770FE5D-4D84-4479-BC8C-513C9E2E99DD}" presName="parentLin" presStyleCnt="0"/>
      <dgm:spPr/>
    </dgm:pt>
    <dgm:pt modelId="{75461774-941C-4151-8823-305F04C50924}" type="pres">
      <dgm:prSet presAssocID="{C770FE5D-4D84-4479-BC8C-513C9E2E99DD}" presName="parentLeftMargin" presStyleLbl="node1" presStyleIdx="1" presStyleCnt="3"/>
      <dgm:spPr/>
    </dgm:pt>
    <dgm:pt modelId="{3F7A168E-D678-4814-8C71-D7E46F7BEA2E}" type="pres">
      <dgm:prSet presAssocID="{C770FE5D-4D84-4479-BC8C-513C9E2E99D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109D0BE-A41E-4CD3-996F-5CC2A25429FA}" type="pres">
      <dgm:prSet presAssocID="{C770FE5D-4D84-4479-BC8C-513C9E2E99DD}" presName="negativeSpace" presStyleCnt="0"/>
      <dgm:spPr/>
    </dgm:pt>
    <dgm:pt modelId="{1F971013-B08B-4D5B-9B2B-3194F3DD4417}" type="pres">
      <dgm:prSet presAssocID="{C770FE5D-4D84-4479-BC8C-513C9E2E99D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227F806-7CCD-4D7B-9AB7-EB2C37F91EA1}" type="presOf" srcId="{7B2EC0AB-8166-446B-9AA9-77C46FF18B4D}" destId="{5F9D9D32-8428-4D90-ACC9-5D87390BFCF1}" srcOrd="0" destOrd="3" presId="urn:microsoft.com/office/officeart/2005/8/layout/list1"/>
    <dgm:cxn modelId="{95538519-A119-424C-9BF1-5012A7AC055B}" type="presOf" srcId="{D38CEA47-EED8-4907-9233-A4A66F154655}" destId="{67F3988A-CBF1-4B85-9A34-C55EEB53BD23}" srcOrd="0" destOrd="2" presId="urn:microsoft.com/office/officeart/2005/8/layout/list1"/>
    <dgm:cxn modelId="{146EF71C-C3EA-46AD-9D5E-649425B3C9C5}" type="presOf" srcId="{FA4F8BA4-D1C4-4294-A5D7-4FA4BBBDF385}" destId="{5F9D9D32-8428-4D90-ACC9-5D87390BFCF1}" srcOrd="0" destOrd="0" presId="urn:microsoft.com/office/officeart/2005/8/layout/list1"/>
    <dgm:cxn modelId="{3C4A3A28-2009-421D-A69F-2B1EEA77E1FE}" type="presOf" srcId="{BF89F53F-2ADD-4403-A66F-68FD86F52C3C}" destId="{6D21DA2F-B3F0-4306-B057-CDFE62CA1BE8}" srcOrd="0" destOrd="0" presId="urn:microsoft.com/office/officeart/2005/8/layout/list1"/>
    <dgm:cxn modelId="{17F3EA36-4292-44E0-8EF2-6D20E5A67D48}" srcId="{C770FE5D-4D84-4479-BC8C-513C9E2E99DD}" destId="{E9D43D2C-9D90-4CBB-BA3E-0E23738669A7}" srcOrd="2" destOrd="0" parTransId="{EF4ED7D8-12CA-492F-B958-0D7D17487A37}" sibTransId="{284F9163-7579-48F7-8250-75177A8B2B92}"/>
    <dgm:cxn modelId="{4DA3BA37-1B9E-496D-9033-C5E64CB9526D}" srcId="{B1E96127-8ED8-454C-94C5-81C179F1141C}" destId="{63A37801-0980-49CC-907C-EF9712C8CC3C}" srcOrd="2" destOrd="0" parTransId="{EDF51704-BF79-4701-B8C9-474730973536}" sibTransId="{595FC0D2-881B-4117-96DA-737E8B92757C}"/>
    <dgm:cxn modelId="{DF3F3F60-6458-470F-A120-2082A5CE7439}" type="presOf" srcId="{C770FE5D-4D84-4479-BC8C-513C9E2E99DD}" destId="{75461774-941C-4151-8823-305F04C50924}" srcOrd="0" destOrd="0" presId="urn:microsoft.com/office/officeart/2005/8/layout/list1"/>
    <dgm:cxn modelId="{DFC7E24C-18DC-4C2D-B279-99D37D29B52A}" srcId="{BF89F53F-2ADD-4403-A66F-68FD86F52C3C}" destId="{D38CEA47-EED8-4907-9233-A4A66F154655}" srcOrd="2" destOrd="0" parTransId="{FBB7D2D0-14C5-45EE-A604-0ECEF31D42C3}" sibTransId="{E8DA54EF-C801-42AE-ADED-44E3659D6125}"/>
    <dgm:cxn modelId="{FEDEC852-6640-4562-A345-7591BA554EF1}" type="presOf" srcId="{B1E96127-8ED8-454C-94C5-81C179F1141C}" destId="{FE9D76AA-DBBE-4A09-85FA-2A739D088771}" srcOrd="0" destOrd="0" presId="urn:microsoft.com/office/officeart/2005/8/layout/list1"/>
    <dgm:cxn modelId="{A0C76955-3391-448A-845D-B95FB8A5604C}" type="presOf" srcId="{BF89F53F-2ADD-4403-A66F-68FD86F52C3C}" destId="{4757C0F8-84CB-42AC-978B-DAB045868B28}" srcOrd="1" destOrd="0" presId="urn:microsoft.com/office/officeart/2005/8/layout/list1"/>
    <dgm:cxn modelId="{14B19756-11C5-42F7-8F33-FEB41DCB9DA1}" srcId="{FC3E0295-5529-4B57-80A4-1F1F2E50AA63}" destId="{B1E96127-8ED8-454C-94C5-81C179F1141C}" srcOrd="1" destOrd="0" parTransId="{3A2C00DC-2E39-4898-A355-E259AA7547DB}" sibTransId="{C5925A28-2EA0-4139-83F4-174BD5643A60}"/>
    <dgm:cxn modelId="{8BC55A59-C879-40A6-B666-D85376866190}" srcId="{FC3E0295-5529-4B57-80A4-1F1F2E50AA63}" destId="{C770FE5D-4D84-4479-BC8C-513C9E2E99DD}" srcOrd="2" destOrd="0" parTransId="{567E2E34-3687-46FD-AD4A-561DD6F9C13E}" sibTransId="{98DFDCC8-7B66-4A13-9E1C-FA7169CC5D58}"/>
    <dgm:cxn modelId="{00A3FD59-0837-4220-88CE-3DAFF4352E80}" type="presOf" srcId="{B99F90FD-D7FF-40E6-8498-D92B6DA65B37}" destId="{1F971013-B08B-4D5B-9B2B-3194F3DD4417}" srcOrd="0" destOrd="0" presId="urn:microsoft.com/office/officeart/2005/8/layout/list1"/>
    <dgm:cxn modelId="{6F031C7A-06DF-47B6-BAA4-243A4FBA94CC}" type="presOf" srcId="{FC3E0295-5529-4B57-80A4-1F1F2E50AA63}" destId="{42C318BE-BEFA-4F0A-92BD-C2D5EB55BD56}" srcOrd="0" destOrd="0" presId="urn:microsoft.com/office/officeart/2005/8/layout/list1"/>
    <dgm:cxn modelId="{0C225380-E399-40FA-A51C-D3C20D0D481F}" srcId="{FC3E0295-5529-4B57-80A4-1F1F2E50AA63}" destId="{BF89F53F-2ADD-4403-A66F-68FD86F52C3C}" srcOrd="0" destOrd="0" parTransId="{BC2DF02B-D191-4A5F-8501-5C2FC02E9373}" sibTransId="{20702A9F-B9DB-43E7-96A7-392BC7672F62}"/>
    <dgm:cxn modelId="{1C95B786-C971-41C6-AC88-4879CEF92380}" srcId="{B1E96127-8ED8-454C-94C5-81C179F1141C}" destId="{7B2EC0AB-8166-446B-9AA9-77C46FF18B4D}" srcOrd="3" destOrd="0" parTransId="{2DF0AFC7-35AC-44B2-A374-DF17788DFF1D}" sibTransId="{86D7C86C-483A-41F3-8440-3427BD77F765}"/>
    <dgm:cxn modelId="{54997A8B-765C-4296-AD7B-0BEB04290C30}" srcId="{C770FE5D-4D84-4479-BC8C-513C9E2E99DD}" destId="{B99F90FD-D7FF-40E6-8498-D92B6DA65B37}" srcOrd="0" destOrd="0" parTransId="{F33D0AB0-905C-40CF-9F69-E77A7B513760}" sibTransId="{C8055ADC-60FA-4FB3-A241-36115F9E2535}"/>
    <dgm:cxn modelId="{3C69B894-A16F-4748-8E44-059FA8424318}" srcId="{BF89F53F-2ADD-4403-A66F-68FD86F52C3C}" destId="{5AB40565-9907-4E1B-AD1E-DADBD3377FC8}" srcOrd="0" destOrd="0" parTransId="{A8B71142-56E7-442C-978A-321886D48E29}" sibTransId="{8FE0263F-5BC7-40F7-85A3-EC85E1BB1C5B}"/>
    <dgm:cxn modelId="{046A349C-213B-4486-BC30-C2BCBAAFF238}" type="presOf" srcId="{C770FE5D-4D84-4479-BC8C-513C9E2E99DD}" destId="{3F7A168E-D678-4814-8C71-D7E46F7BEA2E}" srcOrd="1" destOrd="0" presId="urn:microsoft.com/office/officeart/2005/8/layout/list1"/>
    <dgm:cxn modelId="{930E61BB-5F4C-4C39-B57F-CAB5F1A997D8}" srcId="{BF89F53F-2ADD-4403-A66F-68FD86F52C3C}" destId="{EC7C9AA7-53EA-454D-8E27-459B093A63B0}" srcOrd="1" destOrd="0" parTransId="{3B069901-4E9D-4B97-AB19-3C42F62DC036}" sibTransId="{23E52A50-1ADD-4DD9-99B5-B1C00D490148}"/>
    <dgm:cxn modelId="{F6FB78C2-1C54-40E5-A6B9-BBACDC7B18CB}" type="presOf" srcId="{DC1F27BD-F2BA-4E7A-ABD4-4DF2B8496A6F}" destId="{5F9D9D32-8428-4D90-ACC9-5D87390BFCF1}" srcOrd="0" destOrd="1" presId="urn:microsoft.com/office/officeart/2005/8/layout/list1"/>
    <dgm:cxn modelId="{BEC755CA-3B4C-42A2-840F-7EA97726A838}" srcId="{B1E96127-8ED8-454C-94C5-81C179F1141C}" destId="{FA4F8BA4-D1C4-4294-A5D7-4FA4BBBDF385}" srcOrd="0" destOrd="0" parTransId="{AF26FB43-C65C-44ED-9EC4-EC025B76C399}" sibTransId="{EE300847-0B88-4233-A5A7-2B76B4C5890C}"/>
    <dgm:cxn modelId="{A4E881CE-B36F-407E-B4ED-314746B9971E}" srcId="{C770FE5D-4D84-4479-BC8C-513C9E2E99DD}" destId="{191F2677-F6E5-4451-9D4A-73D945F010FF}" srcOrd="1" destOrd="0" parTransId="{0D8D38E4-26EC-4454-85FB-069DCAD94179}" sibTransId="{7566A6DD-270D-4FC3-9C41-6F1794439451}"/>
    <dgm:cxn modelId="{B372DDD9-2EEF-432F-B130-26177257F868}" srcId="{B1E96127-8ED8-454C-94C5-81C179F1141C}" destId="{DC1F27BD-F2BA-4E7A-ABD4-4DF2B8496A6F}" srcOrd="1" destOrd="0" parTransId="{B10E1C7C-3794-43C9-80F8-3AFDCF4C435E}" sibTransId="{D6C208B9-8F6F-4275-8F85-5088B5718DC6}"/>
    <dgm:cxn modelId="{11A280DF-0643-4231-B1B6-522C0B9AA61F}" type="presOf" srcId="{B1E96127-8ED8-454C-94C5-81C179F1141C}" destId="{E05A863A-159D-4C31-87A9-564770727A29}" srcOrd="1" destOrd="0" presId="urn:microsoft.com/office/officeart/2005/8/layout/list1"/>
    <dgm:cxn modelId="{E1452DEE-B9B4-4267-B81B-55281E03B0D4}" type="presOf" srcId="{EC7C9AA7-53EA-454D-8E27-459B093A63B0}" destId="{67F3988A-CBF1-4B85-9A34-C55EEB53BD23}" srcOrd="0" destOrd="1" presId="urn:microsoft.com/office/officeart/2005/8/layout/list1"/>
    <dgm:cxn modelId="{628080EE-C6AC-40A3-9357-9C284BC0B42D}" type="presOf" srcId="{63A37801-0980-49CC-907C-EF9712C8CC3C}" destId="{5F9D9D32-8428-4D90-ACC9-5D87390BFCF1}" srcOrd="0" destOrd="2" presId="urn:microsoft.com/office/officeart/2005/8/layout/list1"/>
    <dgm:cxn modelId="{76FDEAF1-F61E-46B0-9869-54CA527E3EF7}" type="presOf" srcId="{191F2677-F6E5-4451-9D4A-73D945F010FF}" destId="{1F971013-B08B-4D5B-9B2B-3194F3DD4417}" srcOrd="0" destOrd="1" presId="urn:microsoft.com/office/officeart/2005/8/layout/list1"/>
    <dgm:cxn modelId="{215D22F2-682A-4272-8379-43A2DE194632}" type="presOf" srcId="{E9D43D2C-9D90-4CBB-BA3E-0E23738669A7}" destId="{1F971013-B08B-4D5B-9B2B-3194F3DD4417}" srcOrd="0" destOrd="2" presId="urn:microsoft.com/office/officeart/2005/8/layout/list1"/>
    <dgm:cxn modelId="{7E61F3F2-A575-4A44-A047-A45F065A75EE}" type="presOf" srcId="{5AB40565-9907-4E1B-AD1E-DADBD3377FC8}" destId="{67F3988A-CBF1-4B85-9A34-C55EEB53BD23}" srcOrd="0" destOrd="0" presId="urn:microsoft.com/office/officeart/2005/8/layout/list1"/>
    <dgm:cxn modelId="{F47AD36C-CBD3-4B00-A7C7-ED428DDCF802}" type="presParOf" srcId="{42C318BE-BEFA-4F0A-92BD-C2D5EB55BD56}" destId="{2D2634B7-0B37-49BB-A4D2-B23A5BCF5FEF}" srcOrd="0" destOrd="0" presId="urn:microsoft.com/office/officeart/2005/8/layout/list1"/>
    <dgm:cxn modelId="{90BCF92F-B116-40BF-A01E-E78FCCC82F9E}" type="presParOf" srcId="{2D2634B7-0B37-49BB-A4D2-B23A5BCF5FEF}" destId="{6D21DA2F-B3F0-4306-B057-CDFE62CA1BE8}" srcOrd="0" destOrd="0" presId="urn:microsoft.com/office/officeart/2005/8/layout/list1"/>
    <dgm:cxn modelId="{E57C4D2A-2A83-4517-A1CC-9E63099522DC}" type="presParOf" srcId="{2D2634B7-0B37-49BB-A4D2-B23A5BCF5FEF}" destId="{4757C0F8-84CB-42AC-978B-DAB045868B28}" srcOrd="1" destOrd="0" presId="urn:microsoft.com/office/officeart/2005/8/layout/list1"/>
    <dgm:cxn modelId="{34F6046F-2918-4AD3-9B78-41F975B3B3DA}" type="presParOf" srcId="{42C318BE-BEFA-4F0A-92BD-C2D5EB55BD56}" destId="{8E4EADD2-B675-42B8-83BE-140BE208DE7A}" srcOrd="1" destOrd="0" presId="urn:microsoft.com/office/officeart/2005/8/layout/list1"/>
    <dgm:cxn modelId="{7D3977AC-AACB-4213-A53E-9AC383BCCF8B}" type="presParOf" srcId="{42C318BE-BEFA-4F0A-92BD-C2D5EB55BD56}" destId="{67F3988A-CBF1-4B85-9A34-C55EEB53BD23}" srcOrd="2" destOrd="0" presId="urn:microsoft.com/office/officeart/2005/8/layout/list1"/>
    <dgm:cxn modelId="{68E36C40-3DD7-4B98-BD6F-9B4B307B83F2}" type="presParOf" srcId="{42C318BE-BEFA-4F0A-92BD-C2D5EB55BD56}" destId="{C113232B-9F42-4309-8C56-E5AFF0073810}" srcOrd="3" destOrd="0" presId="urn:microsoft.com/office/officeart/2005/8/layout/list1"/>
    <dgm:cxn modelId="{8775A577-81C1-4293-8825-C0ED5A383E6D}" type="presParOf" srcId="{42C318BE-BEFA-4F0A-92BD-C2D5EB55BD56}" destId="{505A6296-5466-4C49-8F10-630A22F047C3}" srcOrd="4" destOrd="0" presId="urn:microsoft.com/office/officeart/2005/8/layout/list1"/>
    <dgm:cxn modelId="{507E4E61-F885-4A5F-A575-EFE1A8A66FF7}" type="presParOf" srcId="{505A6296-5466-4C49-8F10-630A22F047C3}" destId="{FE9D76AA-DBBE-4A09-85FA-2A739D088771}" srcOrd="0" destOrd="0" presId="urn:microsoft.com/office/officeart/2005/8/layout/list1"/>
    <dgm:cxn modelId="{17CE478C-25C7-4043-9EC8-4E65B1BCA6F0}" type="presParOf" srcId="{505A6296-5466-4C49-8F10-630A22F047C3}" destId="{E05A863A-159D-4C31-87A9-564770727A29}" srcOrd="1" destOrd="0" presId="urn:microsoft.com/office/officeart/2005/8/layout/list1"/>
    <dgm:cxn modelId="{53B2E2FE-2F00-434D-99A6-4C0D965C8CB3}" type="presParOf" srcId="{42C318BE-BEFA-4F0A-92BD-C2D5EB55BD56}" destId="{7BDD85B0-1733-432F-ACFB-D538E3077201}" srcOrd="5" destOrd="0" presId="urn:microsoft.com/office/officeart/2005/8/layout/list1"/>
    <dgm:cxn modelId="{6C8417E3-D888-4DFB-853B-FAEA0FC00DE6}" type="presParOf" srcId="{42C318BE-BEFA-4F0A-92BD-C2D5EB55BD56}" destId="{5F9D9D32-8428-4D90-ACC9-5D87390BFCF1}" srcOrd="6" destOrd="0" presId="urn:microsoft.com/office/officeart/2005/8/layout/list1"/>
    <dgm:cxn modelId="{810BDD1F-5752-4886-98E2-CAD6C34706EA}" type="presParOf" srcId="{42C318BE-BEFA-4F0A-92BD-C2D5EB55BD56}" destId="{C44E1D3F-C0E4-4BBF-84B0-611AA919292F}" srcOrd="7" destOrd="0" presId="urn:microsoft.com/office/officeart/2005/8/layout/list1"/>
    <dgm:cxn modelId="{D784E045-08C9-4A7B-8E11-3078712A7884}" type="presParOf" srcId="{42C318BE-BEFA-4F0A-92BD-C2D5EB55BD56}" destId="{18B076C3-1B59-4EF8-BFED-2EE57C50B087}" srcOrd="8" destOrd="0" presId="urn:microsoft.com/office/officeart/2005/8/layout/list1"/>
    <dgm:cxn modelId="{BD989AAF-2989-4F92-AD4E-3A98A3BBCDA8}" type="presParOf" srcId="{18B076C3-1B59-4EF8-BFED-2EE57C50B087}" destId="{75461774-941C-4151-8823-305F04C50924}" srcOrd="0" destOrd="0" presId="urn:microsoft.com/office/officeart/2005/8/layout/list1"/>
    <dgm:cxn modelId="{5D5F9AA3-63CD-42B5-A3FE-7546C20E2F8C}" type="presParOf" srcId="{18B076C3-1B59-4EF8-BFED-2EE57C50B087}" destId="{3F7A168E-D678-4814-8C71-D7E46F7BEA2E}" srcOrd="1" destOrd="0" presId="urn:microsoft.com/office/officeart/2005/8/layout/list1"/>
    <dgm:cxn modelId="{C2D65A1C-4065-4464-9163-93B6B3232141}" type="presParOf" srcId="{42C318BE-BEFA-4F0A-92BD-C2D5EB55BD56}" destId="{0109D0BE-A41E-4CD3-996F-5CC2A25429FA}" srcOrd="9" destOrd="0" presId="urn:microsoft.com/office/officeart/2005/8/layout/list1"/>
    <dgm:cxn modelId="{8BB715CD-8C43-46C8-85AD-F765D826FB8A}" type="presParOf" srcId="{42C318BE-BEFA-4F0A-92BD-C2D5EB55BD56}" destId="{1F971013-B08B-4D5B-9B2B-3194F3DD441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099A8C-DF7B-4073-AA98-07AB545593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19FCF6-7F87-4665-B4D4-7AC283A4DC41}">
      <dgm:prSet/>
      <dgm:spPr/>
      <dgm:t>
        <a:bodyPr/>
        <a:lstStyle/>
        <a:p>
          <a:r>
            <a:rPr lang="es-MX"/>
            <a:t>Para sistemas LoRa/APRS el PNAF define:</a:t>
          </a:r>
          <a:endParaRPr lang="en-US"/>
        </a:p>
      </dgm:t>
    </dgm:pt>
    <dgm:pt modelId="{57F876FE-9C94-4DD0-A840-4A2079890120}" type="parTrans" cxnId="{A3A7E98A-EC28-4E22-8823-7D9B97720429}">
      <dgm:prSet/>
      <dgm:spPr/>
      <dgm:t>
        <a:bodyPr/>
        <a:lstStyle/>
        <a:p>
          <a:endParaRPr lang="en-US"/>
        </a:p>
      </dgm:t>
    </dgm:pt>
    <dgm:pt modelId="{A96CAD24-0D9A-4FB0-BAB3-A0DF6BC7D2FA}" type="sibTrans" cxnId="{A3A7E98A-EC28-4E22-8823-7D9B97720429}">
      <dgm:prSet/>
      <dgm:spPr/>
      <dgm:t>
        <a:bodyPr/>
        <a:lstStyle/>
        <a:p>
          <a:endParaRPr lang="en-US"/>
        </a:p>
      </dgm:t>
    </dgm:pt>
    <dgm:pt modelId="{452622B2-FCBF-430A-AA07-5B79E3FDC52B}">
      <dgm:prSet/>
      <dgm:spPr/>
      <dgm:t>
        <a:bodyPr/>
        <a:lstStyle/>
        <a:p>
          <a:r>
            <a:rPr lang="es-MX"/>
            <a:t>En qué bandas pueden operar</a:t>
          </a:r>
          <a:endParaRPr lang="en-US"/>
        </a:p>
      </dgm:t>
    </dgm:pt>
    <dgm:pt modelId="{C0AC2FDA-6926-4C48-8902-F9D805EFA231}" type="parTrans" cxnId="{45D43A73-CAC7-4C72-A3A5-E13DC5F15902}">
      <dgm:prSet/>
      <dgm:spPr/>
      <dgm:t>
        <a:bodyPr/>
        <a:lstStyle/>
        <a:p>
          <a:endParaRPr lang="en-US"/>
        </a:p>
      </dgm:t>
    </dgm:pt>
    <dgm:pt modelId="{73BD52E1-C7E6-4DD2-B9DB-BF22CC062EA0}" type="sibTrans" cxnId="{45D43A73-CAC7-4C72-A3A5-E13DC5F15902}">
      <dgm:prSet/>
      <dgm:spPr/>
      <dgm:t>
        <a:bodyPr/>
        <a:lstStyle/>
        <a:p>
          <a:endParaRPr lang="en-US"/>
        </a:p>
      </dgm:t>
    </dgm:pt>
    <dgm:pt modelId="{BDA00FE0-FBC6-4A19-9AC7-920F268827FC}">
      <dgm:prSet/>
      <dgm:spPr/>
      <dgm:t>
        <a:bodyPr/>
        <a:lstStyle/>
        <a:p>
          <a:r>
            <a:rPr lang="es-MX"/>
            <a:t>Límites técnicos de transmisión</a:t>
          </a:r>
          <a:endParaRPr lang="en-US"/>
        </a:p>
      </dgm:t>
    </dgm:pt>
    <dgm:pt modelId="{C583CA94-2FF9-4C5A-B96F-6B494DC4B9C2}" type="parTrans" cxnId="{5221F8D6-F313-4FD9-B870-1BEE53E8415B}">
      <dgm:prSet/>
      <dgm:spPr/>
      <dgm:t>
        <a:bodyPr/>
        <a:lstStyle/>
        <a:p>
          <a:endParaRPr lang="en-US"/>
        </a:p>
      </dgm:t>
    </dgm:pt>
    <dgm:pt modelId="{10CF70B6-D111-422B-B9B7-C315BF91BDCB}" type="sibTrans" cxnId="{5221F8D6-F313-4FD9-B870-1BEE53E8415B}">
      <dgm:prSet/>
      <dgm:spPr/>
      <dgm:t>
        <a:bodyPr/>
        <a:lstStyle/>
        <a:p>
          <a:endParaRPr lang="en-US"/>
        </a:p>
      </dgm:t>
    </dgm:pt>
    <dgm:pt modelId="{5609CC99-4D47-4915-B065-4787801EECB5}">
      <dgm:prSet/>
      <dgm:spPr/>
      <dgm:t>
        <a:bodyPr/>
        <a:lstStyle/>
        <a:p>
          <a:r>
            <a:rPr lang="es-MX"/>
            <a:t>Tipo de servicio permitido</a:t>
          </a:r>
          <a:endParaRPr lang="en-US"/>
        </a:p>
      </dgm:t>
    </dgm:pt>
    <dgm:pt modelId="{591EF24C-9E7F-4512-BC06-B1C101C7B0C8}" type="parTrans" cxnId="{1877D202-E9CA-4756-A5B6-59277EA96C1C}">
      <dgm:prSet/>
      <dgm:spPr/>
      <dgm:t>
        <a:bodyPr/>
        <a:lstStyle/>
        <a:p>
          <a:endParaRPr lang="en-US"/>
        </a:p>
      </dgm:t>
    </dgm:pt>
    <dgm:pt modelId="{DE9F27B4-83E1-4C54-A9DD-CB84811E11E1}" type="sibTrans" cxnId="{1877D202-E9CA-4756-A5B6-59277EA96C1C}">
      <dgm:prSet/>
      <dgm:spPr/>
      <dgm:t>
        <a:bodyPr/>
        <a:lstStyle/>
        <a:p>
          <a:endParaRPr lang="en-US"/>
        </a:p>
      </dgm:t>
    </dgm:pt>
    <dgm:pt modelId="{ADC08A6B-902E-4520-8C58-791417FED2D2}">
      <dgm:prSet/>
      <dgm:spPr/>
      <dgm:t>
        <a:bodyPr/>
        <a:lstStyle/>
        <a:p>
          <a:r>
            <a:rPr lang="es-MX"/>
            <a:t>Ejemplo</a:t>
          </a:r>
          <a:endParaRPr lang="en-US"/>
        </a:p>
      </dgm:t>
    </dgm:pt>
    <dgm:pt modelId="{5C692D72-B034-4B8E-95F3-653103DD2587}" type="parTrans" cxnId="{F2FE5736-C977-440E-8C61-E59936750CE6}">
      <dgm:prSet/>
      <dgm:spPr/>
      <dgm:t>
        <a:bodyPr/>
        <a:lstStyle/>
        <a:p>
          <a:endParaRPr lang="en-US"/>
        </a:p>
      </dgm:t>
    </dgm:pt>
    <dgm:pt modelId="{832AB982-2D5D-46F0-A7E2-3D17FEEBE304}" type="sibTrans" cxnId="{F2FE5736-C977-440E-8C61-E59936750CE6}">
      <dgm:prSet/>
      <dgm:spPr/>
      <dgm:t>
        <a:bodyPr/>
        <a:lstStyle/>
        <a:p>
          <a:endParaRPr lang="en-US"/>
        </a:p>
      </dgm:t>
    </dgm:pt>
    <dgm:pt modelId="{DD4AB203-148D-47EE-8F41-A127D04973A6}">
      <dgm:prSet/>
      <dgm:spPr/>
      <dgm:t>
        <a:bodyPr/>
        <a:lstStyle/>
        <a:p>
          <a:r>
            <a:rPr lang="es-MX"/>
            <a:t>APRS → bandas de radioaficionados</a:t>
          </a:r>
          <a:endParaRPr lang="en-US"/>
        </a:p>
      </dgm:t>
    </dgm:pt>
    <dgm:pt modelId="{FA084BEC-E064-429F-8DF7-E353210D90FD}" type="parTrans" cxnId="{147C9C64-4C6E-44A6-AB8F-679CEE29FB56}">
      <dgm:prSet/>
      <dgm:spPr/>
      <dgm:t>
        <a:bodyPr/>
        <a:lstStyle/>
        <a:p>
          <a:endParaRPr lang="en-US"/>
        </a:p>
      </dgm:t>
    </dgm:pt>
    <dgm:pt modelId="{197274EC-FFE6-4ACE-90CD-11B5F1BD99B3}" type="sibTrans" cxnId="{147C9C64-4C6E-44A6-AB8F-679CEE29FB56}">
      <dgm:prSet/>
      <dgm:spPr/>
      <dgm:t>
        <a:bodyPr/>
        <a:lstStyle/>
        <a:p>
          <a:endParaRPr lang="en-US"/>
        </a:p>
      </dgm:t>
    </dgm:pt>
    <dgm:pt modelId="{EFD9E19C-8DA9-4C19-823D-2157AAE17CBB}">
      <dgm:prSet/>
      <dgm:spPr/>
      <dgm:t>
        <a:bodyPr/>
        <a:lstStyle/>
        <a:p>
          <a:r>
            <a:rPr lang="es-MX"/>
            <a:t>LoRa → bandas de uso libre</a:t>
          </a:r>
          <a:endParaRPr lang="en-US"/>
        </a:p>
      </dgm:t>
    </dgm:pt>
    <dgm:pt modelId="{4DEA48AA-1E90-4D33-BB4B-F4EAC21B70E1}" type="parTrans" cxnId="{74AC7A67-F036-4031-828C-2BB0E3092B01}">
      <dgm:prSet/>
      <dgm:spPr/>
      <dgm:t>
        <a:bodyPr/>
        <a:lstStyle/>
        <a:p>
          <a:endParaRPr lang="en-US"/>
        </a:p>
      </dgm:t>
    </dgm:pt>
    <dgm:pt modelId="{E4F4D397-CBE6-4448-89C0-993760BCC25A}" type="sibTrans" cxnId="{74AC7A67-F036-4031-828C-2BB0E3092B01}">
      <dgm:prSet/>
      <dgm:spPr/>
      <dgm:t>
        <a:bodyPr/>
        <a:lstStyle/>
        <a:p>
          <a:endParaRPr lang="en-US"/>
        </a:p>
      </dgm:t>
    </dgm:pt>
    <dgm:pt modelId="{589ABEFA-4782-4735-A1B3-3EC41486CF6D}" type="pres">
      <dgm:prSet presAssocID="{1C099A8C-DF7B-4073-AA98-07AB545593A4}" presName="linear" presStyleCnt="0">
        <dgm:presLayoutVars>
          <dgm:animLvl val="lvl"/>
          <dgm:resizeHandles val="exact"/>
        </dgm:presLayoutVars>
      </dgm:prSet>
      <dgm:spPr/>
    </dgm:pt>
    <dgm:pt modelId="{F604579E-1968-429D-BF5D-7F5FEFBCF3B6}" type="pres">
      <dgm:prSet presAssocID="{A319FCF6-7F87-4665-B4D4-7AC283A4DC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5FE2719-66E6-463D-9290-71D5AB7660DD}" type="pres">
      <dgm:prSet presAssocID="{A319FCF6-7F87-4665-B4D4-7AC283A4DC41}" presName="childText" presStyleLbl="revTx" presStyleIdx="0" presStyleCnt="2">
        <dgm:presLayoutVars>
          <dgm:bulletEnabled val="1"/>
        </dgm:presLayoutVars>
      </dgm:prSet>
      <dgm:spPr/>
    </dgm:pt>
    <dgm:pt modelId="{6309DB95-266F-4BF7-A6E1-1049F22F7642}" type="pres">
      <dgm:prSet presAssocID="{ADC08A6B-902E-4520-8C58-791417FED2D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8131CAF-5911-45AA-9B76-812E6627A3E1}" type="pres">
      <dgm:prSet presAssocID="{ADC08A6B-902E-4520-8C58-791417FED2D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877D202-E9CA-4756-A5B6-59277EA96C1C}" srcId="{A319FCF6-7F87-4665-B4D4-7AC283A4DC41}" destId="{5609CC99-4D47-4915-B065-4787801EECB5}" srcOrd="2" destOrd="0" parTransId="{591EF24C-9E7F-4512-BC06-B1C101C7B0C8}" sibTransId="{DE9F27B4-83E1-4C54-A9DD-CB84811E11E1}"/>
    <dgm:cxn modelId="{E07DEE16-AA07-4286-8141-E1148ED2831B}" type="presOf" srcId="{DD4AB203-148D-47EE-8F41-A127D04973A6}" destId="{38131CAF-5911-45AA-9B76-812E6627A3E1}" srcOrd="0" destOrd="0" presId="urn:microsoft.com/office/officeart/2005/8/layout/vList2"/>
    <dgm:cxn modelId="{F2FE5736-C977-440E-8C61-E59936750CE6}" srcId="{1C099A8C-DF7B-4073-AA98-07AB545593A4}" destId="{ADC08A6B-902E-4520-8C58-791417FED2D2}" srcOrd="1" destOrd="0" parTransId="{5C692D72-B034-4B8E-95F3-653103DD2587}" sibTransId="{832AB982-2D5D-46F0-A7E2-3D17FEEBE304}"/>
    <dgm:cxn modelId="{A5DA393E-4BEE-41AE-9716-1BC6BB9761E4}" type="presOf" srcId="{BDA00FE0-FBC6-4A19-9AC7-920F268827FC}" destId="{75FE2719-66E6-463D-9290-71D5AB7660DD}" srcOrd="0" destOrd="1" presId="urn:microsoft.com/office/officeart/2005/8/layout/vList2"/>
    <dgm:cxn modelId="{147C9C64-4C6E-44A6-AB8F-679CEE29FB56}" srcId="{ADC08A6B-902E-4520-8C58-791417FED2D2}" destId="{DD4AB203-148D-47EE-8F41-A127D04973A6}" srcOrd="0" destOrd="0" parTransId="{FA084BEC-E064-429F-8DF7-E353210D90FD}" sibTransId="{197274EC-FFE6-4ACE-90CD-11B5F1BD99B3}"/>
    <dgm:cxn modelId="{74AC7A67-F036-4031-828C-2BB0E3092B01}" srcId="{ADC08A6B-902E-4520-8C58-791417FED2D2}" destId="{EFD9E19C-8DA9-4C19-823D-2157AAE17CBB}" srcOrd="1" destOrd="0" parTransId="{4DEA48AA-1E90-4D33-BB4B-F4EAC21B70E1}" sibTransId="{E4F4D397-CBE6-4448-89C0-993760BCC25A}"/>
    <dgm:cxn modelId="{CACF9268-F07E-4C92-A2FE-E2465BD9D69A}" type="presOf" srcId="{1C099A8C-DF7B-4073-AA98-07AB545593A4}" destId="{589ABEFA-4782-4735-A1B3-3EC41486CF6D}" srcOrd="0" destOrd="0" presId="urn:microsoft.com/office/officeart/2005/8/layout/vList2"/>
    <dgm:cxn modelId="{4BF0BD4C-A452-4DDB-B7AF-1ED3525504AB}" type="presOf" srcId="{EFD9E19C-8DA9-4C19-823D-2157AAE17CBB}" destId="{38131CAF-5911-45AA-9B76-812E6627A3E1}" srcOrd="0" destOrd="1" presId="urn:microsoft.com/office/officeart/2005/8/layout/vList2"/>
    <dgm:cxn modelId="{45D43A73-CAC7-4C72-A3A5-E13DC5F15902}" srcId="{A319FCF6-7F87-4665-B4D4-7AC283A4DC41}" destId="{452622B2-FCBF-430A-AA07-5B79E3FDC52B}" srcOrd="0" destOrd="0" parTransId="{C0AC2FDA-6926-4C48-8902-F9D805EFA231}" sibTransId="{73BD52E1-C7E6-4DD2-B9DB-BF22CC062EA0}"/>
    <dgm:cxn modelId="{20B9A956-D830-4286-9509-0D758DB823B4}" type="presOf" srcId="{5609CC99-4D47-4915-B065-4787801EECB5}" destId="{75FE2719-66E6-463D-9290-71D5AB7660DD}" srcOrd="0" destOrd="2" presId="urn:microsoft.com/office/officeart/2005/8/layout/vList2"/>
    <dgm:cxn modelId="{3EF00979-0869-480F-A293-B92490ECF504}" type="presOf" srcId="{ADC08A6B-902E-4520-8C58-791417FED2D2}" destId="{6309DB95-266F-4BF7-A6E1-1049F22F7642}" srcOrd="0" destOrd="0" presId="urn:microsoft.com/office/officeart/2005/8/layout/vList2"/>
    <dgm:cxn modelId="{A3A7E98A-EC28-4E22-8823-7D9B97720429}" srcId="{1C099A8C-DF7B-4073-AA98-07AB545593A4}" destId="{A319FCF6-7F87-4665-B4D4-7AC283A4DC41}" srcOrd="0" destOrd="0" parTransId="{57F876FE-9C94-4DD0-A840-4A2079890120}" sibTransId="{A96CAD24-0D9A-4FB0-BAB3-A0DF6BC7D2FA}"/>
    <dgm:cxn modelId="{5D8E5790-BB6B-465F-AFDA-596B5B2E4F35}" type="presOf" srcId="{452622B2-FCBF-430A-AA07-5B79E3FDC52B}" destId="{75FE2719-66E6-463D-9290-71D5AB7660DD}" srcOrd="0" destOrd="0" presId="urn:microsoft.com/office/officeart/2005/8/layout/vList2"/>
    <dgm:cxn modelId="{FF4DA1CB-165D-467E-B277-CDB84099C8FF}" type="presOf" srcId="{A319FCF6-7F87-4665-B4D4-7AC283A4DC41}" destId="{F604579E-1968-429D-BF5D-7F5FEFBCF3B6}" srcOrd="0" destOrd="0" presId="urn:microsoft.com/office/officeart/2005/8/layout/vList2"/>
    <dgm:cxn modelId="{5221F8D6-F313-4FD9-B870-1BEE53E8415B}" srcId="{A319FCF6-7F87-4665-B4D4-7AC283A4DC41}" destId="{BDA00FE0-FBC6-4A19-9AC7-920F268827FC}" srcOrd="1" destOrd="0" parTransId="{C583CA94-2FF9-4C5A-B96F-6B494DC4B9C2}" sibTransId="{10CF70B6-D111-422B-B9B7-C315BF91BDCB}"/>
    <dgm:cxn modelId="{A5E3C340-2353-4BB2-B334-443C945BC9FD}" type="presParOf" srcId="{589ABEFA-4782-4735-A1B3-3EC41486CF6D}" destId="{F604579E-1968-429D-BF5D-7F5FEFBCF3B6}" srcOrd="0" destOrd="0" presId="urn:microsoft.com/office/officeart/2005/8/layout/vList2"/>
    <dgm:cxn modelId="{FC5F537F-554A-4ABE-9CB7-0A01EA25181B}" type="presParOf" srcId="{589ABEFA-4782-4735-A1B3-3EC41486CF6D}" destId="{75FE2719-66E6-463D-9290-71D5AB7660DD}" srcOrd="1" destOrd="0" presId="urn:microsoft.com/office/officeart/2005/8/layout/vList2"/>
    <dgm:cxn modelId="{A21302CA-C649-49F3-A03D-CA131A86F5B7}" type="presParOf" srcId="{589ABEFA-4782-4735-A1B3-3EC41486CF6D}" destId="{6309DB95-266F-4BF7-A6E1-1049F22F7642}" srcOrd="2" destOrd="0" presId="urn:microsoft.com/office/officeart/2005/8/layout/vList2"/>
    <dgm:cxn modelId="{6CA0AC18-D592-4203-85E0-435AEE7EC75B}" type="presParOf" srcId="{589ABEFA-4782-4735-A1B3-3EC41486CF6D}" destId="{38131CAF-5911-45AA-9B76-812E6627A3E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F01788-085A-4CD3-9D45-C6BAEBF5366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803DD3-EAB7-462A-8E99-3C83A3373361}">
      <dgm:prSet/>
      <dgm:spPr/>
      <dgm:t>
        <a:bodyPr/>
        <a:lstStyle/>
        <a:p>
          <a:r>
            <a:rPr lang="es-MX"/>
            <a:t>Para operar sistemas LoRa/APRS se requieren:</a:t>
          </a:r>
          <a:endParaRPr lang="en-US"/>
        </a:p>
      </dgm:t>
    </dgm:pt>
    <dgm:pt modelId="{53273D2C-3978-4032-9775-EAE86C0334BE}" type="parTrans" cxnId="{15E7A6EB-667A-4B42-BC00-56E5F2A04D78}">
      <dgm:prSet/>
      <dgm:spPr/>
      <dgm:t>
        <a:bodyPr/>
        <a:lstStyle/>
        <a:p>
          <a:endParaRPr lang="en-US"/>
        </a:p>
      </dgm:t>
    </dgm:pt>
    <dgm:pt modelId="{DCB79937-8CF9-4C2C-B995-CC63D731C29C}" type="sibTrans" cxnId="{15E7A6EB-667A-4B42-BC00-56E5F2A04D78}">
      <dgm:prSet/>
      <dgm:spPr/>
      <dgm:t>
        <a:bodyPr/>
        <a:lstStyle/>
        <a:p>
          <a:endParaRPr lang="en-US"/>
        </a:p>
      </dgm:t>
    </dgm:pt>
    <dgm:pt modelId="{4AB94C7C-5158-495A-AB37-A938E5078F38}">
      <dgm:prSet/>
      <dgm:spPr/>
      <dgm:t>
        <a:bodyPr/>
        <a:lstStyle/>
        <a:p>
          <a:r>
            <a:rPr lang="es-MX"/>
            <a:t>Licencia de radioaficionado</a:t>
          </a:r>
          <a:endParaRPr lang="en-US"/>
        </a:p>
      </dgm:t>
    </dgm:pt>
    <dgm:pt modelId="{E8FAAA07-F834-4E4F-B7FD-3D214FCABD41}" type="parTrans" cxnId="{4649E177-ADE9-4E90-889F-5931F194BDA9}">
      <dgm:prSet/>
      <dgm:spPr/>
      <dgm:t>
        <a:bodyPr/>
        <a:lstStyle/>
        <a:p>
          <a:endParaRPr lang="en-US"/>
        </a:p>
      </dgm:t>
    </dgm:pt>
    <dgm:pt modelId="{D305EDEA-F4D9-4C3E-85F5-FDBCC662CF56}" type="sibTrans" cxnId="{4649E177-ADE9-4E90-889F-5931F194BDA9}">
      <dgm:prSet/>
      <dgm:spPr/>
      <dgm:t>
        <a:bodyPr/>
        <a:lstStyle/>
        <a:p>
          <a:endParaRPr lang="en-US"/>
        </a:p>
      </dgm:t>
    </dgm:pt>
    <dgm:pt modelId="{26F00A91-4F1A-4B00-A25E-216661161D85}">
      <dgm:prSet/>
      <dgm:spPr/>
      <dgm:t>
        <a:bodyPr/>
        <a:lstStyle/>
        <a:p>
          <a:r>
            <a:rPr lang="es-MX"/>
            <a:t>Permite:</a:t>
          </a:r>
          <a:endParaRPr lang="en-US"/>
        </a:p>
      </dgm:t>
    </dgm:pt>
    <dgm:pt modelId="{C3D3C486-7294-4A9E-A4DB-7A885ADFC3E1}" type="parTrans" cxnId="{52ABF332-9E78-40BE-9228-5C90B42262F4}">
      <dgm:prSet/>
      <dgm:spPr/>
      <dgm:t>
        <a:bodyPr/>
        <a:lstStyle/>
        <a:p>
          <a:endParaRPr lang="en-US"/>
        </a:p>
      </dgm:t>
    </dgm:pt>
    <dgm:pt modelId="{CD3140DD-0085-417F-B0E1-E929B8509DF4}" type="sibTrans" cxnId="{52ABF332-9E78-40BE-9228-5C90B42262F4}">
      <dgm:prSet/>
      <dgm:spPr/>
      <dgm:t>
        <a:bodyPr/>
        <a:lstStyle/>
        <a:p>
          <a:endParaRPr lang="en-US"/>
        </a:p>
      </dgm:t>
    </dgm:pt>
    <dgm:pt modelId="{BDC491FC-818C-4A20-B477-A7D48B95DD7F}">
      <dgm:prSet/>
      <dgm:spPr/>
      <dgm:t>
        <a:bodyPr/>
        <a:lstStyle/>
        <a:p>
          <a:r>
            <a:rPr lang="es-MX"/>
            <a:t>Operar radios en bandas asignadas a radioaficionados</a:t>
          </a:r>
          <a:endParaRPr lang="en-US"/>
        </a:p>
      </dgm:t>
    </dgm:pt>
    <dgm:pt modelId="{685669A4-2630-4C93-B013-78D60901C48F}" type="parTrans" cxnId="{645346D8-D2E2-48B5-A3C8-3C78CDF97711}">
      <dgm:prSet/>
      <dgm:spPr/>
      <dgm:t>
        <a:bodyPr/>
        <a:lstStyle/>
        <a:p>
          <a:endParaRPr lang="en-US"/>
        </a:p>
      </dgm:t>
    </dgm:pt>
    <dgm:pt modelId="{220742BB-8159-44A0-8079-28848F73BE05}" type="sibTrans" cxnId="{645346D8-D2E2-48B5-A3C8-3C78CDF97711}">
      <dgm:prSet/>
      <dgm:spPr/>
      <dgm:t>
        <a:bodyPr/>
        <a:lstStyle/>
        <a:p>
          <a:endParaRPr lang="en-US"/>
        </a:p>
      </dgm:t>
    </dgm:pt>
    <dgm:pt modelId="{9E2733A9-A197-4BDF-80FE-6A3CC1900512}">
      <dgm:prSet/>
      <dgm:spPr/>
      <dgm:t>
        <a:bodyPr/>
        <a:lstStyle/>
        <a:p>
          <a:r>
            <a:rPr lang="es-MX"/>
            <a:t>Para obtenerla se requiere:</a:t>
          </a:r>
          <a:endParaRPr lang="en-US"/>
        </a:p>
      </dgm:t>
    </dgm:pt>
    <dgm:pt modelId="{7886C0D5-3B35-4341-9883-F83E4CA8F49D}" type="parTrans" cxnId="{C9589952-E7D3-4313-81F4-AF2DD88D4225}">
      <dgm:prSet/>
      <dgm:spPr/>
      <dgm:t>
        <a:bodyPr/>
        <a:lstStyle/>
        <a:p>
          <a:endParaRPr lang="en-US"/>
        </a:p>
      </dgm:t>
    </dgm:pt>
    <dgm:pt modelId="{E775CCD4-B036-4EF8-9549-9BF67B548F5A}" type="sibTrans" cxnId="{C9589952-E7D3-4313-81F4-AF2DD88D4225}">
      <dgm:prSet/>
      <dgm:spPr/>
      <dgm:t>
        <a:bodyPr/>
        <a:lstStyle/>
        <a:p>
          <a:endParaRPr lang="en-US"/>
        </a:p>
      </dgm:t>
    </dgm:pt>
    <dgm:pt modelId="{8ABD0EB2-AA77-4858-9186-94683DBE4830}">
      <dgm:prSet/>
      <dgm:spPr/>
      <dgm:t>
        <a:bodyPr/>
        <a:lstStyle/>
        <a:p>
          <a:r>
            <a:rPr lang="es-MX"/>
            <a:t>Solicitud al MICITT</a:t>
          </a:r>
          <a:endParaRPr lang="en-US"/>
        </a:p>
      </dgm:t>
    </dgm:pt>
    <dgm:pt modelId="{07A6D3F0-73BE-4F91-9D86-3E1BD06A7F7C}" type="parTrans" cxnId="{AC601934-FEB8-4F02-BC22-219DEE5A0B7B}">
      <dgm:prSet/>
      <dgm:spPr/>
      <dgm:t>
        <a:bodyPr/>
        <a:lstStyle/>
        <a:p>
          <a:endParaRPr lang="en-US"/>
        </a:p>
      </dgm:t>
    </dgm:pt>
    <dgm:pt modelId="{4AEBF536-C426-4179-B67C-0D57A79B68B5}" type="sibTrans" cxnId="{AC601934-FEB8-4F02-BC22-219DEE5A0B7B}">
      <dgm:prSet/>
      <dgm:spPr/>
      <dgm:t>
        <a:bodyPr/>
        <a:lstStyle/>
        <a:p>
          <a:endParaRPr lang="en-US"/>
        </a:p>
      </dgm:t>
    </dgm:pt>
    <dgm:pt modelId="{59C6CE6E-4A32-4BA0-995D-4C1251A182F4}">
      <dgm:prSet/>
      <dgm:spPr/>
      <dgm:t>
        <a:bodyPr/>
        <a:lstStyle/>
        <a:p>
          <a:r>
            <a:rPr lang="es-MX"/>
            <a:t>Examen técnico de SUTEL</a:t>
          </a:r>
          <a:endParaRPr lang="en-US"/>
        </a:p>
      </dgm:t>
    </dgm:pt>
    <dgm:pt modelId="{8C7A6F78-6B66-43E9-9CB3-BB71354EA7AA}" type="parTrans" cxnId="{90E2C146-296A-46BE-B98D-DED31DFCECEF}">
      <dgm:prSet/>
      <dgm:spPr/>
      <dgm:t>
        <a:bodyPr/>
        <a:lstStyle/>
        <a:p>
          <a:endParaRPr lang="en-US"/>
        </a:p>
      </dgm:t>
    </dgm:pt>
    <dgm:pt modelId="{D67759CF-1B0F-41D9-B472-CFBF877B3C9F}" type="sibTrans" cxnId="{90E2C146-296A-46BE-B98D-DED31DFCECEF}">
      <dgm:prSet/>
      <dgm:spPr/>
      <dgm:t>
        <a:bodyPr/>
        <a:lstStyle/>
        <a:p>
          <a:endParaRPr lang="en-US"/>
        </a:p>
      </dgm:t>
    </dgm:pt>
    <dgm:pt modelId="{0939581A-E93B-4123-A7C5-B020CF85E583}">
      <dgm:prSet/>
      <dgm:spPr/>
      <dgm:t>
        <a:bodyPr/>
        <a:lstStyle/>
        <a:p>
          <a:r>
            <a:rPr lang="es-MX"/>
            <a:t>Conocimientos de:</a:t>
          </a:r>
          <a:endParaRPr lang="en-US"/>
        </a:p>
      </dgm:t>
    </dgm:pt>
    <dgm:pt modelId="{335D2C1A-5979-404D-BEBA-43C719F23061}" type="parTrans" cxnId="{7F8D7DD3-9ADB-4C01-9015-86B97789D145}">
      <dgm:prSet/>
      <dgm:spPr/>
      <dgm:t>
        <a:bodyPr/>
        <a:lstStyle/>
        <a:p>
          <a:endParaRPr lang="en-US"/>
        </a:p>
      </dgm:t>
    </dgm:pt>
    <dgm:pt modelId="{C7E5236F-D9B9-4E98-90F7-B737657C0055}" type="sibTrans" cxnId="{7F8D7DD3-9ADB-4C01-9015-86B97789D145}">
      <dgm:prSet/>
      <dgm:spPr/>
      <dgm:t>
        <a:bodyPr/>
        <a:lstStyle/>
        <a:p>
          <a:endParaRPr lang="en-US"/>
        </a:p>
      </dgm:t>
    </dgm:pt>
    <dgm:pt modelId="{88C4CAD6-8DD1-45DE-AB7E-2F260850FB39}">
      <dgm:prSet/>
      <dgm:spPr/>
      <dgm:t>
        <a:bodyPr/>
        <a:lstStyle/>
        <a:p>
          <a:r>
            <a:rPr lang="es-MX"/>
            <a:t>teoría de radio</a:t>
          </a:r>
          <a:endParaRPr lang="en-US"/>
        </a:p>
      </dgm:t>
    </dgm:pt>
    <dgm:pt modelId="{2712D25E-6E6C-4741-B43C-05A7E8A2F58A}" type="parTrans" cxnId="{A60B4BC6-5220-4C03-8E80-4B1A5DB899FB}">
      <dgm:prSet/>
      <dgm:spPr/>
      <dgm:t>
        <a:bodyPr/>
        <a:lstStyle/>
        <a:p>
          <a:endParaRPr lang="en-US"/>
        </a:p>
      </dgm:t>
    </dgm:pt>
    <dgm:pt modelId="{ADA1F96E-80E4-438C-B608-5A75B821B929}" type="sibTrans" cxnId="{A60B4BC6-5220-4C03-8E80-4B1A5DB899FB}">
      <dgm:prSet/>
      <dgm:spPr/>
      <dgm:t>
        <a:bodyPr/>
        <a:lstStyle/>
        <a:p>
          <a:endParaRPr lang="en-US"/>
        </a:p>
      </dgm:t>
    </dgm:pt>
    <dgm:pt modelId="{46B5FA0C-C37F-4B7B-84D7-103C55B30E77}">
      <dgm:prSet/>
      <dgm:spPr/>
      <dgm:t>
        <a:bodyPr/>
        <a:lstStyle/>
        <a:p>
          <a:r>
            <a:rPr lang="es-MX"/>
            <a:t>propagación</a:t>
          </a:r>
          <a:endParaRPr lang="en-US"/>
        </a:p>
      </dgm:t>
    </dgm:pt>
    <dgm:pt modelId="{F2D6A575-82A6-413F-8BE3-ADB2B56CC3AC}" type="parTrans" cxnId="{60CE3786-CF29-4EE1-864D-F04A39597DCA}">
      <dgm:prSet/>
      <dgm:spPr/>
      <dgm:t>
        <a:bodyPr/>
        <a:lstStyle/>
        <a:p>
          <a:endParaRPr lang="en-US"/>
        </a:p>
      </dgm:t>
    </dgm:pt>
    <dgm:pt modelId="{065BDC44-9FAA-4AB4-A9F1-92AF745D0610}" type="sibTrans" cxnId="{60CE3786-CF29-4EE1-864D-F04A39597DCA}">
      <dgm:prSet/>
      <dgm:spPr/>
      <dgm:t>
        <a:bodyPr/>
        <a:lstStyle/>
        <a:p>
          <a:endParaRPr lang="en-US"/>
        </a:p>
      </dgm:t>
    </dgm:pt>
    <dgm:pt modelId="{897E16A7-78F8-4FEA-8278-A55B6CB7331D}">
      <dgm:prSet/>
      <dgm:spPr/>
      <dgm:t>
        <a:bodyPr/>
        <a:lstStyle/>
        <a:p>
          <a:r>
            <a:rPr lang="es-MX"/>
            <a:t>Legislación</a:t>
          </a:r>
          <a:endParaRPr lang="en-US"/>
        </a:p>
      </dgm:t>
    </dgm:pt>
    <dgm:pt modelId="{64A6FDC7-E1D3-4048-9A89-09C7FA37BA2B}" type="parTrans" cxnId="{1CDADB15-2D8E-4430-B5FB-BEFF6E46382D}">
      <dgm:prSet/>
      <dgm:spPr/>
      <dgm:t>
        <a:bodyPr/>
        <a:lstStyle/>
        <a:p>
          <a:endParaRPr lang="en-US"/>
        </a:p>
      </dgm:t>
    </dgm:pt>
    <dgm:pt modelId="{19CDE37E-CA1B-4155-900E-06880BEB7811}" type="sibTrans" cxnId="{1CDADB15-2D8E-4430-B5FB-BEFF6E46382D}">
      <dgm:prSet/>
      <dgm:spPr/>
      <dgm:t>
        <a:bodyPr/>
        <a:lstStyle/>
        <a:p>
          <a:endParaRPr lang="en-US"/>
        </a:p>
      </dgm:t>
    </dgm:pt>
    <dgm:pt modelId="{11600189-8316-4554-B385-7A9939E2EA77}">
      <dgm:prSet/>
      <dgm:spPr/>
      <dgm:t>
        <a:bodyPr/>
        <a:lstStyle/>
        <a:p>
          <a:r>
            <a:rPr lang="es-MX"/>
            <a:t>operación</a:t>
          </a:r>
          <a:endParaRPr lang="en-US"/>
        </a:p>
      </dgm:t>
    </dgm:pt>
    <dgm:pt modelId="{48D4C251-31C8-4440-A470-1C18CAAEDE30}" type="parTrans" cxnId="{EA06D18D-BC24-495A-9792-6467422F06C8}">
      <dgm:prSet/>
      <dgm:spPr/>
      <dgm:t>
        <a:bodyPr/>
        <a:lstStyle/>
        <a:p>
          <a:endParaRPr lang="en-US"/>
        </a:p>
      </dgm:t>
    </dgm:pt>
    <dgm:pt modelId="{FD6A51AC-574C-42DC-896C-1EC3CF3FCAB1}" type="sibTrans" cxnId="{EA06D18D-BC24-495A-9792-6467422F06C8}">
      <dgm:prSet/>
      <dgm:spPr/>
      <dgm:t>
        <a:bodyPr/>
        <a:lstStyle/>
        <a:p>
          <a:endParaRPr lang="en-US"/>
        </a:p>
      </dgm:t>
    </dgm:pt>
    <dgm:pt modelId="{3D3E5015-2D38-4CD5-ADCB-B196422C4A0B}">
      <dgm:prSet/>
      <dgm:spPr/>
      <dgm:t>
        <a:bodyPr/>
        <a:lstStyle/>
        <a:p>
          <a:r>
            <a:rPr lang="es-MX"/>
            <a:t>Al aprobar se obtiene un callsign.</a:t>
          </a:r>
          <a:endParaRPr lang="en-US"/>
        </a:p>
      </dgm:t>
    </dgm:pt>
    <dgm:pt modelId="{E4D2EC12-B5CB-4A6A-B158-7D136A4123CD}" type="parTrans" cxnId="{27C8A47D-2EDC-4161-8187-72E34C7F6DDD}">
      <dgm:prSet/>
      <dgm:spPr/>
      <dgm:t>
        <a:bodyPr/>
        <a:lstStyle/>
        <a:p>
          <a:endParaRPr lang="en-US"/>
        </a:p>
      </dgm:t>
    </dgm:pt>
    <dgm:pt modelId="{DE12ABDC-C56B-4036-B23A-72A322F81BA9}" type="sibTrans" cxnId="{27C8A47D-2EDC-4161-8187-72E34C7F6DDD}">
      <dgm:prSet/>
      <dgm:spPr/>
      <dgm:t>
        <a:bodyPr/>
        <a:lstStyle/>
        <a:p>
          <a:endParaRPr lang="en-US"/>
        </a:p>
      </dgm:t>
    </dgm:pt>
    <dgm:pt modelId="{D1A37637-AAA2-454B-9BC5-6BB5D3428D9E}" type="pres">
      <dgm:prSet presAssocID="{5FF01788-085A-4CD3-9D45-C6BAEBF53665}" presName="linear" presStyleCnt="0">
        <dgm:presLayoutVars>
          <dgm:dir/>
          <dgm:animLvl val="lvl"/>
          <dgm:resizeHandles val="exact"/>
        </dgm:presLayoutVars>
      </dgm:prSet>
      <dgm:spPr/>
    </dgm:pt>
    <dgm:pt modelId="{D5183900-E7CB-4B1E-93FE-212FF5A62BBA}" type="pres">
      <dgm:prSet presAssocID="{2C803DD3-EAB7-462A-8E99-3C83A3373361}" presName="parentLin" presStyleCnt="0"/>
      <dgm:spPr/>
    </dgm:pt>
    <dgm:pt modelId="{99040571-451D-432C-9D76-E19BB6913F4F}" type="pres">
      <dgm:prSet presAssocID="{2C803DD3-EAB7-462A-8E99-3C83A3373361}" presName="parentLeftMargin" presStyleLbl="node1" presStyleIdx="0" presStyleCnt="4"/>
      <dgm:spPr/>
    </dgm:pt>
    <dgm:pt modelId="{CC267320-0D4F-4696-B9E8-8F185D3A558F}" type="pres">
      <dgm:prSet presAssocID="{2C803DD3-EAB7-462A-8E99-3C83A337336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5080DA2-5CB9-4192-986F-7D9B05E4A65C}" type="pres">
      <dgm:prSet presAssocID="{2C803DD3-EAB7-462A-8E99-3C83A3373361}" presName="negativeSpace" presStyleCnt="0"/>
      <dgm:spPr/>
    </dgm:pt>
    <dgm:pt modelId="{01BF6F20-F4BA-49D6-A560-957DEDB1386D}" type="pres">
      <dgm:prSet presAssocID="{2C803DD3-EAB7-462A-8E99-3C83A3373361}" presName="childText" presStyleLbl="conFgAcc1" presStyleIdx="0" presStyleCnt="4">
        <dgm:presLayoutVars>
          <dgm:bulletEnabled val="1"/>
        </dgm:presLayoutVars>
      </dgm:prSet>
      <dgm:spPr/>
    </dgm:pt>
    <dgm:pt modelId="{7A0EEA87-6E71-4189-A3AB-FC93CB2F0F07}" type="pres">
      <dgm:prSet presAssocID="{DCB79937-8CF9-4C2C-B995-CC63D731C29C}" presName="spaceBetweenRectangles" presStyleCnt="0"/>
      <dgm:spPr/>
    </dgm:pt>
    <dgm:pt modelId="{6A7BF338-C5CE-4093-A0FB-DF14ECAA617C}" type="pres">
      <dgm:prSet presAssocID="{26F00A91-4F1A-4B00-A25E-216661161D85}" presName="parentLin" presStyleCnt="0"/>
      <dgm:spPr/>
    </dgm:pt>
    <dgm:pt modelId="{693FC4F8-FBE5-4F4F-9D17-1746C46A626B}" type="pres">
      <dgm:prSet presAssocID="{26F00A91-4F1A-4B00-A25E-216661161D85}" presName="parentLeftMargin" presStyleLbl="node1" presStyleIdx="0" presStyleCnt="4"/>
      <dgm:spPr/>
    </dgm:pt>
    <dgm:pt modelId="{9F66F752-3D12-4CCE-B8F6-88BD86A08BC3}" type="pres">
      <dgm:prSet presAssocID="{26F00A91-4F1A-4B00-A25E-216661161D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4123A3-7400-4E18-AB24-C017D7D6CCE4}" type="pres">
      <dgm:prSet presAssocID="{26F00A91-4F1A-4B00-A25E-216661161D85}" presName="negativeSpace" presStyleCnt="0"/>
      <dgm:spPr/>
    </dgm:pt>
    <dgm:pt modelId="{5EC5C084-62BC-48B5-8854-68574F77D563}" type="pres">
      <dgm:prSet presAssocID="{26F00A91-4F1A-4B00-A25E-216661161D85}" presName="childText" presStyleLbl="conFgAcc1" presStyleIdx="1" presStyleCnt="4">
        <dgm:presLayoutVars>
          <dgm:bulletEnabled val="1"/>
        </dgm:presLayoutVars>
      </dgm:prSet>
      <dgm:spPr/>
    </dgm:pt>
    <dgm:pt modelId="{40393ED6-533C-439D-9648-FD7921B77259}" type="pres">
      <dgm:prSet presAssocID="{CD3140DD-0085-417F-B0E1-E929B8509DF4}" presName="spaceBetweenRectangles" presStyleCnt="0"/>
      <dgm:spPr/>
    </dgm:pt>
    <dgm:pt modelId="{2706A246-8DB5-4F7B-B41E-0B4C09FDAB14}" type="pres">
      <dgm:prSet presAssocID="{9E2733A9-A197-4BDF-80FE-6A3CC1900512}" presName="parentLin" presStyleCnt="0"/>
      <dgm:spPr/>
    </dgm:pt>
    <dgm:pt modelId="{5B938A75-204B-4E68-84F2-7C8AB91B0DC4}" type="pres">
      <dgm:prSet presAssocID="{9E2733A9-A197-4BDF-80FE-6A3CC1900512}" presName="parentLeftMargin" presStyleLbl="node1" presStyleIdx="1" presStyleCnt="4"/>
      <dgm:spPr/>
    </dgm:pt>
    <dgm:pt modelId="{F2B44637-BB6C-479C-B370-ECBE9B08D0C4}" type="pres">
      <dgm:prSet presAssocID="{9E2733A9-A197-4BDF-80FE-6A3CC19005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EE756B-0B35-45F2-9146-78001F601287}" type="pres">
      <dgm:prSet presAssocID="{9E2733A9-A197-4BDF-80FE-6A3CC1900512}" presName="negativeSpace" presStyleCnt="0"/>
      <dgm:spPr/>
    </dgm:pt>
    <dgm:pt modelId="{E0808F95-7553-46B4-8A43-4AD97781909A}" type="pres">
      <dgm:prSet presAssocID="{9E2733A9-A197-4BDF-80FE-6A3CC1900512}" presName="childText" presStyleLbl="conFgAcc1" presStyleIdx="2" presStyleCnt="4">
        <dgm:presLayoutVars>
          <dgm:bulletEnabled val="1"/>
        </dgm:presLayoutVars>
      </dgm:prSet>
      <dgm:spPr/>
    </dgm:pt>
    <dgm:pt modelId="{B2E8C8D2-7A7B-489A-9E10-57DD1D25B997}" type="pres">
      <dgm:prSet presAssocID="{E775CCD4-B036-4EF8-9549-9BF67B548F5A}" presName="spaceBetweenRectangles" presStyleCnt="0"/>
      <dgm:spPr/>
    </dgm:pt>
    <dgm:pt modelId="{EBC18A11-54A1-4DDF-896D-6E6766092ACB}" type="pres">
      <dgm:prSet presAssocID="{3D3E5015-2D38-4CD5-ADCB-B196422C4A0B}" presName="parentLin" presStyleCnt="0"/>
      <dgm:spPr/>
    </dgm:pt>
    <dgm:pt modelId="{C07B5B73-DD24-40E5-948A-26C4B5E29277}" type="pres">
      <dgm:prSet presAssocID="{3D3E5015-2D38-4CD5-ADCB-B196422C4A0B}" presName="parentLeftMargin" presStyleLbl="node1" presStyleIdx="2" presStyleCnt="4"/>
      <dgm:spPr/>
    </dgm:pt>
    <dgm:pt modelId="{455F1B26-9AD4-4A2B-A58F-862D196BD46B}" type="pres">
      <dgm:prSet presAssocID="{3D3E5015-2D38-4CD5-ADCB-B196422C4A0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94664DB-70C3-48CD-AEF4-BB4F8C4C25C9}" type="pres">
      <dgm:prSet presAssocID="{3D3E5015-2D38-4CD5-ADCB-B196422C4A0B}" presName="negativeSpace" presStyleCnt="0"/>
      <dgm:spPr/>
    </dgm:pt>
    <dgm:pt modelId="{293142D2-63F7-4759-8269-A15DA823AED1}" type="pres">
      <dgm:prSet presAssocID="{3D3E5015-2D38-4CD5-ADCB-B196422C4A0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D085A09-42F3-4B2D-9C8A-B062739A3E20}" type="presOf" srcId="{897E16A7-78F8-4FEA-8278-A55B6CB7331D}" destId="{E0808F95-7553-46B4-8A43-4AD97781909A}" srcOrd="0" destOrd="5" presId="urn:microsoft.com/office/officeart/2005/8/layout/list1"/>
    <dgm:cxn modelId="{1CDADB15-2D8E-4430-B5FB-BEFF6E46382D}" srcId="{0939581A-E93B-4123-A7C5-B020CF85E583}" destId="{897E16A7-78F8-4FEA-8278-A55B6CB7331D}" srcOrd="2" destOrd="0" parTransId="{64A6FDC7-E1D3-4048-9A89-09C7FA37BA2B}" sibTransId="{19CDE37E-CA1B-4155-900E-06880BEB7811}"/>
    <dgm:cxn modelId="{52ABF332-9E78-40BE-9228-5C90B42262F4}" srcId="{5FF01788-085A-4CD3-9D45-C6BAEBF53665}" destId="{26F00A91-4F1A-4B00-A25E-216661161D85}" srcOrd="1" destOrd="0" parTransId="{C3D3C486-7294-4A9E-A4DB-7A885ADFC3E1}" sibTransId="{CD3140DD-0085-417F-B0E1-E929B8509DF4}"/>
    <dgm:cxn modelId="{4CCC0134-D2A8-48A2-9752-76528D3A2BCD}" type="presOf" srcId="{BDC491FC-818C-4A20-B477-A7D48B95DD7F}" destId="{5EC5C084-62BC-48B5-8854-68574F77D563}" srcOrd="0" destOrd="0" presId="urn:microsoft.com/office/officeart/2005/8/layout/list1"/>
    <dgm:cxn modelId="{AC601934-FEB8-4F02-BC22-219DEE5A0B7B}" srcId="{9E2733A9-A197-4BDF-80FE-6A3CC1900512}" destId="{8ABD0EB2-AA77-4858-9186-94683DBE4830}" srcOrd="0" destOrd="0" parTransId="{07A6D3F0-73BE-4F91-9D86-3E1BD06A7F7C}" sibTransId="{4AEBF536-C426-4179-B67C-0D57A79B68B5}"/>
    <dgm:cxn modelId="{9CAC9236-A22B-43A1-AFFF-BBC73D269254}" type="presOf" srcId="{5FF01788-085A-4CD3-9D45-C6BAEBF53665}" destId="{D1A37637-AAA2-454B-9BC5-6BB5D3428D9E}" srcOrd="0" destOrd="0" presId="urn:microsoft.com/office/officeart/2005/8/layout/list1"/>
    <dgm:cxn modelId="{75704262-2D38-4BBB-9BDC-5D6F859F2553}" type="presOf" srcId="{46B5FA0C-C37F-4B7B-84D7-103C55B30E77}" destId="{E0808F95-7553-46B4-8A43-4AD97781909A}" srcOrd="0" destOrd="4" presId="urn:microsoft.com/office/officeart/2005/8/layout/list1"/>
    <dgm:cxn modelId="{26E8D462-DE0B-44D0-8491-8B3B48A14C55}" type="presOf" srcId="{8ABD0EB2-AA77-4858-9186-94683DBE4830}" destId="{E0808F95-7553-46B4-8A43-4AD97781909A}" srcOrd="0" destOrd="0" presId="urn:microsoft.com/office/officeart/2005/8/layout/list1"/>
    <dgm:cxn modelId="{5F42BD65-45A4-4D8D-9973-0C09A730E528}" type="presOf" srcId="{3D3E5015-2D38-4CD5-ADCB-B196422C4A0B}" destId="{C07B5B73-DD24-40E5-948A-26C4B5E29277}" srcOrd="0" destOrd="0" presId="urn:microsoft.com/office/officeart/2005/8/layout/list1"/>
    <dgm:cxn modelId="{90E2C146-296A-46BE-B98D-DED31DFCECEF}" srcId="{9E2733A9-A197-4BDF-80FE-6A3CC1900512}" destId="{59C6CE6E-4A32-4BA0-995D-4C1251A182F4}" srcOrd="1" destOrd="0" parTransId="{8C7A6F78-6B66-43E9-9CB3-BB71354EA7AA}" sibTransId="{D67759CF-1B0F-41D9-B472-CFBF877B3C9F}"/>
    <dgm:cxn modelId="{6E5C1968-831A-4C58-AFD4-DE838449E1D2}" type="presOf" srcId="{11600189-8316-4554-B385-7A9939E2EA77}" destId="{E0808F95-7553-46B4-8A43-4AD97781909A}" srcOrd="0" destOrd="6" presId="urn:microsoft.com/office/officeart/2005/8/layout/list1"/>
    <dgm:cxn modelId="{C9589952-E7D3-4313-81F4-AF2DD88D4225}" srcId="{5FF01788-085A-4CD3-9D45-C6BAEBF53665}" destId="{9E2733A9-A197-4BDF-80FE-6A3CC1900512}" srcOrd="2" destOrd="0" parTransId="{7886C0D5-3B35-4341-9883-F83E4CA8F49D}" sibTransId="{E775CCD4-B036-4EF8-9549-9BF67B548F5A}"/>
    <dgm:cxn modelId="{D04E3453-632D-4860-A79D-E9713A8EFEB2}" type="presOf" srcId="{26F00A91-4F1A-4B00-A25E-216661161D85}" destId="{693FC4F8-FBE5-4F4F-9D17-1746C46A626B}" srcOrd="0" destOrd="0" presId="urn:microsoft.com/office/officeart/2005/8/layout/list1"/>
    <dgm:cxn modelId="{4649E177-ADE9-4E90-889F-5931F194BDA9}" srcId="{2C803DD3-EAB7-462A-8E99-3C83A3373361}" destId="{4AB94C7C-5158-495A-AB37-A938E5078F38}" srcOrd="0" destOrd="0" parTransId="{E8FAAA07-F834-4E4F-B7FD-3D214FCABD41}" sibTransId="{D305EDEA-F4D9-4C3E-85F5-FDBCC662CF56}"/>
    <dgm:cxn modelId="{27C8A47D-2EDC-4161-8187-72E34C7F6DDD}" srcId="{5FF01788-085A-4CD3-9D45-C6BAEBF53665}" destId="{3D3E5015-2D38-4CD5-ADCB-B196422C4A0B}" srcOrd="3" destOrd="0" parTransId="{E4D2EC12-B5CB-4A6A-B158-7D136A4123CD}" sibTransId="{DE12ABDC-C56B-4036-B23A-72A322F81BA9}"/>
    <dgm:cxn modelId="{60CE3786-CF29-4EE1-864D-F04A39597DCA}" srcId="{0939581A-E93B-4123-A7C5-B020CF85E583}" destId="{46B5FA0C-C37F-4B7B-84D7-103C55B30E77}" srcOrd="1" destOrd="0" parTransId="{F2D6A575-82A6-413F-8BE3-ADB2B56CC3AC}" sibTransId="{065BDC44-9FAA-4AB4-A9F1-92AF745D0610}"/>
    <dgm:cxn modelId="{EA06D18D-BC24-495A-9792-6467422F06C8}" srcId="{0939581A-E93B-4123-A7C5-B020CF85E583}" destId="{11600189-8316-4554-B385-7A9939E2EA77}" srcOrd="3" destOrd="0" parTransId="{48D4C251-31C8-4440-A470-1C18CAAEDE30}" sibTransId="{FD6A51AC-574C-42DC-896C-1EC3CF3FCAB1}"/>
    <dgm:cxn modelId="{D793039F-F4AE-4436-8FD5-C4FEF22470FA}" type="presOf" srcId="{3D3E5015-2D38-4CD5-ADCB-B196422C4A0B}" destId="{455F1B26-9AD4-4A2B-A58F-862D196BD46B}" srcOrd="1" destOrd="0" presId="urn:microsoft.com/office/officeart/2005/8/layout/list1"/>
    <dgm:cxn modelId="{A60B4BC6-5220-4C03-8E80-4B1A5DB899FB}" srcId="{0939581A-E93B-4123-A7C5-B020CF85E583}" destId="{88C4CAD6-8DD1-45DE-AB7E-2F260850FB39}" srcOrd="0" destOrd="0" parTransId="{2712D25E-6E6C-4741-B43C-05A7E8A2F58A}" sibTransId="{ADA1F96E-80E4-438C-B608-5A75B821B929}"/>
    <dgm:cxn modelId="{32CD1DC8-7FD2-4425-8B02-30CCAB581D15}" type="presOf" srcId="{0939581A-E93B-4123-A7C5-B020CF85E583}" destId="{E0808F95-7553-46B4-8A43-4AD97781909A}" srcOrd="0" destOrd="2" presId="urn:microsoft.com/office/officeart/2005/8/layout/list1"/>
    <dgm:cxn modelId="{9C9225C8-A51E-49DF-A0ED-1F955A09FED9}" type="presOf" srcId="{9E2733A9-A197-4BDF-80FE-6A3CC1900512}" destId="{F2B44637-BB6C-479C-B370-ECBE9B08D0C4}" srcOrd="1" destOrd="0" presId="urn:microsoft.com/office/officeart/2005/8/layout/list1"/>
    <dgm:cxn modelId="{EA93B8C9-0079-498B-B816-A93FD473BEF7}" type="presOf" srcId="{59C6CE6E-4A32-4BA0-995D-4C1251A182F4}" destId="{E0808F95-7553-46B4-8A43-4AD97781909A}" srcOrd="0" destOrd="1" presId="urn:microsoft.com/office/officeart/2005/8/layout/list1"/>
    <dgm:cxn modelId="{9FAC2BD2-1C5E-45DD-909F-78AB6C342D72}" type="presOf" srcId="{26F00A91-4F1A-4B00-A25E-216661161D85}" destId="{9F66F752-3D12-4CCE-B8F6-88BD86A08BC3}" srcOrd="1" destOrd="0" presId="urn:microsoft.com/office/officeart/2005/8/layout/list1"/>
    <dgm:cxn modelId="{7F8D7DD3-9ADB-4C01-9015-86B97789D145}" srcId="{9E2733A9-A197-4BDF-80FE-6A3CC1900512}" destId="{0939581A-E93B-4123-A7C5-B020CF85E583}" srcOrd="2" destOrd="0" parTransId="{335D2C1A-5979-404D-BEBA-43C719F23061}" sibTransId="{C7E5236F-D9B9-4E98-90F7-B737657C0055}"/>
    <dgm:cxn modelId="{04855ED7-AB1C-4522-8E20-D78B6A03D584}" type="presOf" srcId="{4AB94C7C-5158-495A-AB37-A938E5078F38}" destId="{01BF6F20-F4BA-49D6-A560-957DEDB1386D}" srcOrd="0" destOrd="0" presId="urn:microsoft.com/office/officeart/2005/8/layout/list1"/>
    <dgm:cxn modelId="{645346D8-D2E2-48B5-A3C8-3C78CDF97711}" srcId="{26F00A91-4F1A-4B00-A25E-216661161D85}" destId="{BDC491FC-818C-4A20-B477-A7D48B95DD7F}" srcOrd="0" destOrd="0" parTransId="{685669A4-2630-4C93-B013-78D60901C48F}" sibTransId="{220742BB-8159-44A0-8079-28848F73BE05}"/>
    <dgm:cxn modelId="{DCA334DA-0560-4BC6-90CD-D60EA6384DEC}" type="presOf" srcId="{2C803DD3-EAB7-462A-8E99-3C83A3373361}" destId="{CC267320-0D4F-4696-B9E8-8F185D3A558F}" srcOrd="1" destOrd="0" presId="urn:microsoft.com/office/officeart/2005/8/layout/list1"/>
    <dgm:cxn modelId="{B97CACE0-BD95-4A05-B8D7-1E621CE2379C}" type="presOf" srcId="{2C803DD3-EAB7-462A-8E99-3C83A3373361}" destId="{99040571-451D-432C-9D76-E19BB6913F4F}" srcOrd="0" destOrd="0" presId="urn:microsoft.com/office/officeart/2005/8/layout/list1"/>
    <dgm:cxn modelId="{149528E3-5D1B-4CDB-8AC5-4325ABA81027}" type="presOf" srcId="{88C4CAD6-8DD1-45DE-AB7E-2F260850FB39}" destId="{E0808F95-7553-46B4-8A43-4AD97781909A}" srcOrd="0" destOrd="3" presId="urn:microsoft.com/office/officeart/2005/8/layout/list1"/>
    <dgm:cxn modelId="{15E7A6EB-667A-4B42-BC00-56E5F2A04D78}" srcId="{5FF01788-085A-4CD3-9D45-C6BAEBF53665}" destId="{2C803DD3-EAB7-462A-8E99-3C83A3373361}" srcOrd="0" destOrd="0" parTransId="{53273D2C-3978-4032-9775-EAE86C0334BE}" sibTransId="{DCB79937-8CF9-4C2C-B995-CC63D731C29C}"/>
    <dgm:cxn modelId="{3BCFA3F2-061F-4C57-B09C-C02BD25EE267}" type="presOf" srcId="{9E2733A9-A197-4BDF-80FE-6A3CC1900512}" destId="{5B938A75-204B-4E68-84F2-7C8AB91B0DC4}" srcOrd="0" destOrd="0" presId="urn:microsoft.com/office/officeart/2005/8/layout/list1"/>
    <dgm:cxn modelId="{83816081-9BF8-463A-BD7E-4A87CF137AED}" type="presParOf" srcId="{D1A37637-AAA2-454B-9BC5-6BB5D3428D9E}" destId="{D5183900-E7CB-4B1E-93FE-212FF5A62BBA}" srcOrd="0" destOrd="0" presId="urn:microsoft.com/office/officeart/2005/8/layout/list1"/>
    <dgm:cxn modelId="{93EF0049-DEAA-4065-B479-A9A45120C985}" type="presParOf" srcId="{D5183900-E7CB-4B1E-93FE-212FF5A62BBA}" destId="{99040571-451D-432C-9D76-E19BB6913F4F}" srcOrd="0" destOrd="0" presId="urn:microsoft.com/office/officeart/2005/8/layout/list1"/>
    <dgm:cxn modelId="{FD1FC381-F81C-43D4-AE86-A64E74855D5A}" type="presParOf" srcId="{D5183900-E7CB-4B1E-93FE-212FF5A62BBA}" destId="{CC267320-0D4F-4696-B9E8-8F185D3A558F}" srcOrd="1" destOrd="0" presId="urn:microsoft.com/office/officeart/2005/8/layout/list1"/>
    <dgm:cxn modelId="{12DF693B-E282-40C6-9F05-01D48C828E30}" type="presParOf" srcId="{D1A37637-AAA2-454B-9BC5-6BB5D3428D9E}" destId="{05080DA2-5CB9-4192-986F-7D9B05E4A65C}" srcOrd="1" destOrd="0" presId="urn:microsoft.com/office/officeart/2005/8/layout/list1"/>
    <dgm:cxn modelId="{7B09019B-5E50-4C48-9A62-58817E4FDC37}" type="presParOf" srcId="{D1A37637-AAA2-454B-9BC5-6BB5D3428D9E}" destId="{01BF6F20-F4BA-49D6-A560-957DEDB1386D}" srcOrd="2" destOrd="0" presId="urn:microsoft.com/office/officeart/2005/8/layout/list1"/>
    <dgm:cxn modelId="{5EA7157E-7795-4CED-B07B-228221C0ABD5}" type="presParOf" srcId="{D1A37637-AAA2-454B-9BC5-6BB5D3428D9E}" destId="{7A0EEA87-6E71-4189-A3AB-FC93CB2F0F07}" srcOrd="3" destOrd="0" presId="urn:microsoft.com/office/officeart/2005/8/layout/list1"/>
    <dgm:cxn modelId="{2111E7D4-06A4-433A-8314-930809CD2F99}" type="presParOf" srcId="{D1A37637-AAA2-454B-9BC5-6BB5D3428D9E}" destId="{6A7BF338-C5CE-4093-A0FB-DF14ECAA617C}" srcOrd="4" destOrd="0" presId="urn:microsoft.com/office/officeart/2005/8/layout/list1"/>
    <dgm:cxn modelId="{DFFACC6F-BE4C-40FF-BA2B-9DBF21CF280D}" type="presParOf" srcId="{6A7BF338-C5CE-4093-A0FB-DF14ECAA617C}" destId="{693FC4F8-FBE5-4F4F-9D17-1746C46A626B}" srcOrd="0" destOrd="0" presId="urn:microsoft.com/office/officeart/2005/8/layout/list1"/>
    <dgm:cxn modelId="{9B4D8C94-8AF3-43AC-B966-C675A10F3DA4}" type="presParOf" srcId="{6A7BF338-C5CE-4093-A0FB-DF14ECAA617C}" destId="{9F66F752-3D12-4CCE-B8F6-88BD86A08BC3}" srcOrd="1" destOrd="0" presId="urn:microsoft.com/office/officeart/2005/8/layout/list1"/>
    <dgm:cxn modelId="{A3FF63C8-A856-4EB3-854A-223AB699B1CF}" type="presParOf" srcId="{D1A37637-AAA2-454B-9BC5-6BB5D3428D9E}" destId="{AA4123A3-7400-4E18-AB24-C017D7D6CCE4}" srcOrd="5" destOrd="0" presId="urn:microsoft.com/office/officeart/2005/8/layout/list1"/>
    <dgm:cxn modelId="{DDB7A31D-84D4-4907-ADE1-40AB33FD06E6}" type="presParOf" srcId="{D1A37637-AAA2-454B-9BC5-6BB5D3428D9E}" destId="{5EC5C084-62BC-48B5-8854-68574F77D563}" srcOrd="6" destOrd="0" presId="urn:microsoft.com/office/officeart/2005/8/layout/list1"/>
    <dgm:cxn modelId="{80284643-0380-4975-853F-E9408EB9D7A6}" type="presParOf" srcId="{D1A37637-AAA2-454B-9BC5-6BB5D3428D9E}" destId="{40393ED6-533C-439D-9648-FD7921B77259}" srcOrd="7" destOrd="0" presId="urn:microsoft.com/office/officeart/2005/8/layout/list1"/>
    <dgm:cxn modelId="{EFBC9904-02B9-41CA-9661-7C1B42D52C5B}" type="presParOf" srcId="{D1A37637-AAA2-454B-9BC5-6BB5D3428D9E}" destId="{2706A246-8DB5-4F7B-B41E-0B4C09FDAB14}" srcOrd="8" destOrd="0" presId="urn:microsoft.com/office/officeart/2005/8/layout/list1"/>
    <dgm:cxn modelId="{79B1AD7D-3DC5-4DF2-A615-6BCC43FB6BD2}" type="presParOf" srcId="{2706A246-8DB5-4F7B-B41E-0B4C09FDAB14}" destId="{5B938A75-204B-4E68-84F2-7C8AB91B0DC4}" srcOrd="0" destOrd="0" presId="urn:microsoft.com/office/officeart/2005/8/layout/list1"/>
    <dgm:cxn modelId="{CAA2BB6C-5C5C-4D48-8640-87027873C0DA}" type="presParOf" srcId="{2706A246-8DB5-4F7B-B41E-0B4C09FDAB14}" destId="{F2B44637-BB6C-479C-B370-ECBE9B08D0C4}" srcOrd="1" destOrd="0" presId="urn:microsoft.com/office/officeart/2005/8/layout/list1"/>
    <dgm:cxn modelId="{C615C84F-0EC1-428B-80F9-4392598AA23F}" type="presParOf" srcId="{D1A37637-AAA2-454B-9BC5-6BB5D3428D9E}" destId="{5EEE756B-0B35-45F2-9146-78001F601287}" srcOrd="9" destOrd="0" presId="urn:microsoft.com/office/officeart/2005/8/layout/list1"/>
    <dgm:cxn modelId="{158BBEDE-B98C-4BD1-BA02-190438BFFD0D}" type="presParOf" srcId="{D1A37637-AAA2-454B-9BC5-6BB5D3428D9E}" destId="{E0808F95-7553-46B4-8A43-4AD97781909A}" srcOrd="10" destOrd="0" presId="urn:microsoft.com/office/officeart/2005/8/layout/list1"/>
    <dgm:cxn modelId="{CC4C74D4-FF10-40E3-BC6E-8EBDBF0C6D24}" type="presParOf" srcId="{D1A37637-AAA2-454B-9BC5-6BB5D3428D9E}" destId="{B2E8C8D2-7A7B-489A-9E10-57DD1D25B997}" srcOrd="11" destOrd="0" presId="urn:microsoft.com/office/officeart/2005/8/layout/list1"/>
    <dgm:cxn modelId="{D977813D-4462-4E3F-AD52-008590F38539}" type="presParOf" srcId="{D1A37637-AAA2-454B-9BC5-6BB5D3428D9E}" destId="{EBC18A11-54A1-4DDF-896D-6E6766092ACB}" srcOrd="12" destOrd="0" presId="urn:microsoft.com/office/officeart/2005/8/layout/list1"/>
    <dgm:cxn modelId="{FAB3DAFA-31AB-46A3-AEDE-7C0ED6B4FDD4}" type="presParOf" srcId="{EBC18A11-54A1-4DDF-896D-6E6766092ACB}" destId="{C07B5B73-DD24-40E5-948A-26C4B5E29277}" srcOrd="0" destOrd="0" presId="urn:microsoft.com/office/officeart/2005/8/layout/list1"/>
    <dgm:cxn modelId="{53CFCD2A-5974-4289-AFF3-E99EB7283845}" type="presParOf" srcId="{EBC18A11-54A1-4DDF-896D-6E6766092ACB}" destId="{455F1B26-9AD4-4A2B-A58F-862D196BD46B}" srcOrd="1" destOrd="0" presId="urn:microsoft.com/office/officeart/2005/8/layout/list1"/>
    <dgm:cxn modelId="{9C8312B5-BE36-4C84-8946-23CFF786A82F}" type="presParOf" srcId="{D1A37637-AAA2-454B-9BC5-6BB5D3428D9E}" destId="{F94664DB-70C3-48CD-AEF4-BB4F8C4C25C9}" srcOrd="13" destOrd="0" presId="urn:microsoft.com/office/officeart/2005/8/layout/list1"/>
    <dgm:cxn modelId="{2B52DE70-529A-43B7-A6CF-FFC96D958789}" type="presParOf" srcId="{D1A37637-AAA2-454B-9BC5-6BB5D3428D9E}" destId="{293142D2-63F7-4759-8269-A15DA823AED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35D5A5-8485-4725-866C-3E9AE5CB77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91481C-0FBA-4CB6-8055-A39FEEA66338}">
      <dgm:prSet/>
      <dgm:spPr/>
      <dgm:t>
        <a:bodyPr/>
        <a:lstStyle/>
        <a:p>
          <a:r>
            <a:rPr lang="es-MX"/>
            <a:t>Además de la licencia se requiere:</a:t>
          </a:r>
          <a:endParaRPr lang="en-US"/>
        </a:p>
      </dgm:t>
    </dgm:pt>
    <dgm:pt modelId="{7B06FEAE-3341-4B96-9EE2-E6AA01BFBCA6}" type="parTrans" cxnId="{DE3A4732-26A5-480D-B9F3-CD85A0486FB8}">
      <dgm:prSet/>
      <dgm:spPr/>
      <dgm:t>
        <a:bodyPr/>
        <a:lstStyle/>
        <a:p>
          <a:endParaRPr lang="en-US"/>
        </a:p>
      </dgm:t>
    </dgm:pt>
    <dgm:pt modelId="{FA1002AF-0839-4D2D-92D6-1E4D92B13F12}" type="sibTrans" cxnId="{DE3A4732-26A5-480D-B9F3-CD85A0486FB8}">
      <dgm:prSet/>
      <dgm:spPr/>
      <dgm:t>
        <a:bodyPr/>
        <a:lstStyle/>
        <a:p>
          <a:endParaRPr lang="en-US"/>
        </a:p>
      </dgm:t>
    </dgm:pt>
    <dgm:pt modelId="{9CACD736-5CF9-41AE-942F-3A78CFFF51A9}">
      <dgm:prSet/>
      <dgm:spPr/>
      <dgm:t>
        <a:bodyPr/>
        <a:lstStyle/>
        <a:p>
          <a:r>
            <a:rPr lang="es-MX"/>
            <a:t>Permiso de uso del espectro radioeléctrico</a:t>
          </a:r>
          <a:endParaRPr lang="en-US"/>
        </a:p>
      </dgm:t>
    </dgm:pt>
    <dgm:pt modelId="{0BA1FC92-EE93-4E58-9835-051BB71F8A40}" type="parTrans" cxnId="{230A51AB-F476-4815-949B-311E0E48B32C}">
      <dgm:prSet/>
      <dgm:spPr/>
      <dgm:t>
        <a:bodyPr/>
        <a:lstStyle/>
        <a:p>
          <a:endParaRPr lang="en-US"/>
        </a:p>
      </dgm:t>
    </dgm:pt>
    <dgm:pt modelId="{B938C6C0-BD5B-4AEF-9746-1BB391E84B18}" type="sibTrans" cxnId="{230A51AB-F476-4815-949B-311E0E48B32C}">
      <dgm:prSet/>
      <dgm:spPr/>
      <dgm:t>
        <a:bodyPr/>
        <a:lstStyle/>
        <a:p>
          <a:endParaRPr lang="en-US"/>
        </a:p>
      </dgm:t>
    </dgm:pt>
    <dgm:pt modelId="{2192A44F-FA3A-4262-BD9D-A417F5C91455}">
      <dgm:prSet/>
      <dgm:spPr/>
      <dgm:t>
        <a:bodyPr/>
        <a:lstStyle/>
        <a:p>
          <a:r>
            <a:rPr lang="es-MX"/>
            <a:t>Este permiso regula:</a:t>
          </a:r>
          <a:endParaRPr lang="en-US"/>
        </a:p>
      </dgm:t>
    </dgm:pt>
    <dgm:pt modelId="{0FA90336-9D2F-4E09-9EE1-1FE97BEFD724}" type="parTrans" cxnId="{1DF7269D-5FD1-4BD0-808F-F8F9BEECBE80}">
      <dgm:prSet/>
      <dgm:spPr/>
      <dgm:t>
        <a:bodyPr/>
        <a:lstStyle/>
        <a:p>
          <a:endParaRPr lang="en-US"/>
        </a:p>
      </dgm:t>
    </dgm:pt>
    <dgm:pt modelId="{D70E3181-DBE1-4C03-8DA9-D221EB368CC7}" type="sibTrans" cxnId="{1DF7269D-5FD1-4BD0-808F-F8F9BEECBE80}">
      <dgm:prSet/>
      <dgm:spPr/>
      <dgm:t>
        <a:bodyPr/>
        <a:lstStyle/>
        <a:p>
          <a:endParaRPr lang="en-US"/>
        </a:p>
      </dgm:t>
    </dgm:pt>
    <dgm:pt modelId="{25ECBB7D-BDEE-4713-A74E-54D907425F52}">
      <dgm:prSet/>
      <dgm:spPr/>
      <dgm:t>
        <a:bodyPr/>
        <a:lstStyle/>
        <a:p>
          <a:r>
            <a:rPr lang="es-MX"/>
            <a:t>Frecuencia de operación</a:t>
          </a:r>
          <a:endParaRPr lang="en-US"/>
        </a:p>
      </dgm:t>
    </dgm:pt>
    <dgm:pt modelId="{1BE27262-BF03-4DEB-8206-C6CFBBB19ABC}" type="parTrans" cxnId="{27A372C6-C825-48DC-B8E3-FCF83144A0BD}">
      <dgm:prSet/>
      <dgm:spPr/>
      <dgm:t>
        <a:bodyPr/>
        <a:lstStyle/>
        <a:p>
          <a:endParaRPr lang="en-US"/>
        </a:p>
      </dgm:t>
    </dgm:pt>
    <dgm:pt modelId="{CF6EFBA4-5684-4770-9871-0D78E3184A0E}" type="sibTrans" cxnId="{27A372C6-C825-48DC-B8E3-FCF83144A0BD}">
      <dgm:prSet/>
      <dgm:spPr/>
      <dgm:t>
        <a:bodyPr/>
        <a:lstStyle/>
        <a:p>
          <a:endParaRPr lang="en-US"/>
        </a:p>
      </dgm:t>
    </dgm:pt>
    <dgm:pt modelId="{09A90A9F-F1FE-4F4A-923D-1F4D6FF526CD}">
      <dgm:prSet/>
      <dgm:spPr/>
      <dgm:t>
        <a:bodyPr/>
        <a:lstStyle/>
        <a:p>
          <a:r>
            <a:rPr lang="es-MX"/>
            <a:t>Potencia máxima</a:t>
          </a:r>
          <a:endParaRPr lang="en-US"/>
        </a:p>
      </dgm:t>
    </dgm:pt>
    <dgm:pt modelId="{33D48A34-75CF-4B80-983A-ED5BBC4EE078}" type="parTrans" cxnId="{59E1B25A-FFA8-4032-B60E-37134AD2DEDB}">
      <dgm:prSet/>
      <dgm:spPr/>
      <dgm:t>
        <a:bodyPr/>
        <a:lstStyle/>
        <a:p>
          <a:endParaRPr lang="en-US"/>
        </a:p>
      </dgm:t>
    </dgm:pt>
    <dgm:pt modelId="{9F799248-B503-4CEE-9E2F-480B540CEEB3}" type="sibTrans" cxnId="{59E1B25A-FFA8-4032-B60E-37134AD2DEDB}">
      <dgm:prSet/>
      <dgm:spPr/>
      <dgm:t>
        <a:bodyPr/>
        <a:lstStyle/>
        <a:p>
          <a:endParaRPr lang="en-US"/>
        </a:p>
      </dgm:t>
    </dgm:pt>
    <dgm:pt modelId="{B62F2868-D50F-4EB8-BCD7-32F512C96C21}">
      <dgm:prSet/>
      <dgm:spPr/>
      <dgm:t>
        <a:bodyPr/>
        <a:lstStyle/>
        <a:p>
          <a:r>
            <a:rPr lang="es-MX"/>
            <a:t>Tipo de emisiones</a:t>
          </a:r>
          <a:endParaRPr lang="en-US"/>
        </a:p>
      </dgm:t>
    </dgm:pt>
    <dgm:pt modelId="{441E0FB6-1100-4695-962E-C16EA5227F1E}" type="parTrans" cxnId="{A17A6D78-33AC-4D33-9AC8-792EBBDE095C}">
      <dgm:prSet/>
      <dgm:spPr/>
      <dgm:t>
        <a:bodyPr/>
        <a:lstStyle/>
        <a:p>
          <a:endParaRPr lang="en-US"/>
        </a:p>
      </dgm:t>
    </dgm:pt>
    <dgm:pt modelId="{F9AFD211-0D27-498B-848C-A0013E7D327B}" type="sibTrans" cxnId="{A17A6D78-33AC-4D33-9AC8-792EBBDE095C}">
      <dgm:prSet/>
      <dgm:spPr/>
      <dgm:t>
        <a:bodyPr/>
        <a:lstStyle/>
        <a:p>
          <a:endParaRPr lang="en-US"/>
        </a:p>
      </dgm:t>
    </dgm:pt>
    <dgm:pt modelId="{B6411AD2-8CB7-4C2A-B0C9-D8601715B1A4}">
      <dgm:prSet/>
      <dgm:spPr/>
      <dgm:t>
        <a:bodyPr/>
        <a:lstStyle/>
        <a:p>
          <a:r>
            <a:rPr lang="es-MX"/>
            <a:t>Ubicación de la estación</a:t>
          </a:r>
          <a:endParaRPr lang="en-US"/>
        </a:p>
      </dgm:t>
    </dgm:pt>
    <dgm:pt modelId="{7E153414-49CA-4D7F-95CD-D80CC8634455}" type="parTrans" cxnId="{259B6C18-CDD5-423A-884E-D5FF2C06ADA2}">
      <dgm:prSet/>
      <dgm:spPr/>
      <dgm:t>
        <a:bodyPr/>
        <a:lstStyle/>
        <a:p>
          <a:endParaRPr lang="en-US"/>
        </a:p>
      </dgm:t>
    </dgm:pt>
    <dgm:pt modelId="{CC065D82-0142-4D4D-A4B7-50924A436580}" type="sibTrans" cxnId="{259B6C18-CDD5-423A-884E-D5FF2C06ADA2}">
      <dgm:prSet/>
      <dgm:spPr/>
      <dgm:t>
        <a:bodyPr/>
        <a:lstStyle/>
        <a:p>
          <a:endParaRPr lang="en-US"/>
        </a:p>
      </dgm:t>
    </dgm:pt>
    <dgm:pt modelId="{7CE5D1AC-16D4-462B-9369-4CE7552067F3}" type="pres">
      <dgm:prSet presAssocID="{9935D5A5-8485-4725-866C-3E9AE5CB7706}" presName="linear" presStyleCnt="0">
        <dgm:presLayoutVars>
          <dgm:animLvl val="lvl"/>
          <dgm:resizeHandles val="exact"/>
        </dgm:presLayoutVars>
      </dgm:prSet>
      <dgm:spPr/>
    </dgm:pt>
    <dgm:pt modelId="{398076BA-5209-47C7-8CBE-52882C433BDC}" type="pres">
      <dgm:prSet presAssocID="{DD91481C-0FBA-4CB6-8055-A39FEEA663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5D2F1D-82F1-4FB7-A9A4-AC8A77EF6FA8}" type="pres">
      <dgm:prSet presAssocID="{FA1002AF-0839-4D2D-92D6-1E4D92B13F12}" presName="spacer" presStyleCnt="0"/>
      <dgm:spPr/>
    </dgm:pt>
    <dgm:pt modelId="{A87823FD-E90C-44B4-AF7E-85D677D02CDF}" type="pres">
      <dgm:prSet presAssocID="{9CACD736-5CF9-41AE-942F-3A78CFFF51A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802649-0E7B-4532-83CE-675B0BF3F4E2}" type="pres">
      <dgm:prSet presAssocID="{B938C6C0-BD5B-4AEF-9746-1BB391E84B18}" presName="spacer" presStyleCnt="0"/>
      <dgm:spPr/>
    </dgm:pt>
    <dgm:pt modelId="{AB466DFA-463F-45E2-B6A8-3E7E8CFB82F5}" type="pres">
      <dgm:prSet presAssocID="{2192A44F-FA3A-4262-BD9D-A417F5C914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6B0A00C-F364-46C0-9DB6-B46FB6C66CB0}" type="pres">
      <dgm:prSet presAssocID="{2192A44F-FA3A-4262-BD9D-A417F5C9145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DA2E113-5681-4AB5-AF79-5096F7BDC2E5}" type="presOf" srcId="{9935D5A5-8485-4725-866C-3E9AE5CB7706}" destId="{7CE5D1AC-16D4-462B-9369-4CE7552067F3}" srcOrd="0" destOrd="0" presId="urn:microsoft.com/office/officeart/2005/8/layout/vList2"/>
    <dgm:cxn modelId="{259B6C18-CDD5-423A-884E-D5FF2C06ADA2}" srcId="{2192A44F-FA3A-4262-BD9D-A417F5C91455}" destId="{B6411AD2-8CB7-4C2A-B0C9-D8601715B1A4}" srcOrd="3" destOrd="0" parTransId="{7E153414-49CA-4D7F-95CD-D80CC8634455}" sibTransId="{CC065D82-0142-4D4D-A4B7-50924A436580}"/>
    <dgm:cxn modelId="{DE3A4732-26A5-480D-B9F3-CD85A0486FB8}" srcId="{9935D5A5-8485-4725-866C-3E9AE5CB7706}" destId="{DD91481C-0FBA-4CB6-8055-A39FEEA66338}" srcOrd="0" destOrd="0" parTransId="{7B06FEAE-3341-4B96-9EE2-E6AA01BFBCA6}" sibTransId="{FA1002AF-0839-4D2D-92D6-1E4D92B13F12}"/>
    <dgm:cxn modelId="{9345C65D-4248-467A-8936-77E63CE6960F}" type="presOf" srcId="{B62F2868-D50F-4EB8-BCD7-32F512C96C21}" destId="{A6B0A00C-F364-46C0-9DB6-B46FB6C66CB0}" srcOrd="0" destOrd="2" presId="urn:microsoft.com/office/officeart/2005/8/layout/vList2"/>
    <dgm:cxn modelId="{9A349150-F908-435C-B1BC-84BEE6B0CFC5}" type="presOf" srcId="{B6411AD2-8CB7-4C2A-B0C9-D8601715B1A4}" destId="{A6B0A00C-F364-46C0-9DB6-B46FB6C66CB0}" srcOrd="0" destOrd="3" presId="urn:microsoft.com/office/officeart/2005/8/layout/vList2"/>
    <dgm:cxn modelId="{A17A6D78-33AC-4D33-9AC8-792EBBDE095C}" srcId="{2192A44F-FA3A-4262-BD9D-A417F5C91455}" destId="{B62F2868-D50F-4EB8-BCD7-32F512C96C21}" srcOrd="2" destOrd="0" parTransId="{441E0FB6-1100-4695-962E-C16EA5227F1E}" sibTransId="{F9AFD211-0D27-498B-848C-A0013E7D327B}"/>
    <dgm:cxn modelId="{59E1B25A-FFA8-4032-B60E-37134AD2DEDB}" srcId="{2192A44F-FA3A-4262-BD9D-A417F5C91455}" destId="{09A90A9F-F1FE-4F4A-923D-1F4D6FF526CD}" srcOrd="1" destOrd="0" parTransId="{33D48A34-75CF-4B80-983A-ED5BBC4EE078}" sibTransId="{9F799248-B503-4CEE-9E2F-480B540CEEB3}"/>
    <dgm:cxn modelId="{1DF7269D-5FD1-4BD0-808F-F8F9BEECBE80}" srcId="{9935D5A5-8485-4725-866C-3E9AE5CB7706}" destId="{2192A44F-FA3A-4262-BD9D-A417F5C91455}" srcOrd="2" destOrd="0" parTransId="{0FA90336-9D2F-4E09-9EE1-1FE97BEFD724}" sibTransId="{D70E3181-DBE1-4C03-8DA9-D221EB368CC7}"/>
    <dgm:cxn modelId="{1955B09F-187F-43E6-A2A3-7AA01E1EA50B}" type="presOf" srcId="{DD91481C-0FBA-4CB6-8055-A39FEEA66338}" destId="{398076BA-5209-47C7-8CBE-52882C433BDC}" srcOrd="0" destOrd="0" presId="urn:microsoft.com/office/officeart/2005/8/layout/vList2"/>
    <dgm:cxn modelId="{230A51AB-F476-4815-949B-311E0E48B32C}" srcId="{9935D5A5-8485-4725-866C-3E9AE5CB7706}" destId="{9CACD736-5CF9-41AE-942F-3A78CFFF51A9}" srcOrd="1" destOrd="0" parTransId="{0BA1FC92-EE93-4E58-9835-051BB71F8A40}" sibTransId="{B938C6C0-BD5B-4AEF-9746-1BB391E84B18}"/>
    <dgm:cxn modelId="{59644EB2-7C71-4B39-A607-775B4C3D47D2}" type="presOf" srcId="{9CACD736-5CF9-41AE-942F-3A78CFFF51A9}" destId="{A87823FD-E90C-44B4-AF7E-85D677D02CDF}" srcOrd="0" destOrd="0" presId="urn:microsoft.com/office/officeart/2005/8/layout/vList2"/>
    <dgm:cxn modelId="{06010EB6-2B92-450F-A98F-50787104389C}" type="presOf" srcId="{2192A44F-FA3A-4262-BD9D-A417F5C91455}" destId="{AB466DFA-463F-45E2-B6A8-3E7E8CFB82F5}" srcOrd="0" destOrd="0" presId="urn:microsoft.com/office/officeart/2005/8/layout/vList2"/>
    <dgm:cxn modelId="{27A372C6-C825-48DC-B8E3-FCF83144A0BD}" srcId="{2192A44F-FA3A-4262-BD9D-A417F5C91455}" destId="{25ECBB7D-BDEE-4713-A74E-54D907425F52}" srcOrd="0" destOrd="0" parTransId="{1BE27262-BF03-4DEB-8206-C6CFBBB19ABC}" sibTransId="{CF6EFBA4-5684-4770-9871-0D78E3184A0E}"/>
    <dgm:cxn modelId="{555C3CEA-E4BA-4DD0-9D6F-E5D8D533FF02}" type="presOf" srcId="{25ECBB7D-BDEE-4713-A74E-54D907425F52}" destId="{A6B0A00C-F364-46C0-9DB6-B46FB6C66CB0}" srcOrd="0" destOrd="0" presId="urn:microsoft.com/office/officeart/2005/8/layout/vList2"/>
    <dgm:cxn modelId="{5A87E8F8-A401-47C0-B445-3D7BD2842B84}" type="presOf" srcId="{09A90A9F-F1FE-4F4A-923D-1F4D6FF526CD}" destId="{A6B0A00C-F364-46C0-9DB6-B46FB6C66CB0}" srcOrd="0" destOrd="1" presId="urn:microsoft.com/office/officeart/2005/8/layout/vList2"/>
    <dgm:cxn modelId="{073F6AC1-207D-47A9-8B20-32EA66984344}" type="presParOf" srcId="{7CE5D1AC-16D4-462B-9369-4CE7552067F3}" destId="{398076BA-5209-47C7-8CBE-52882C433BDC}" srcOrd="0" destOrd="0" presId="urn:microsoft.com/office/officeart/2005/8/layout/vList2"/>
    <dgm:cxn modelId="{FE7BDB35-BD0A-47C3-A44B-E254E194523B}" type="presParOf" srcId="{7CE5D1AC-16D4-462B-9369-4CE7552067F3}" destId="{665D2F1D-82F1-4FB7-A9A4-AC8A77EF6FA8}" srcOrd="1" destOrd="0" presId="urn:microsoft.com/office/officeart/2005/8/layout/vList2"/>
    <dgm:cxn modelId="{8CC74120-3599-43E5-95E4-8946125B4E4D}" type="presParOf" srcId="{7CE5D1AC-16D4-462B-9369-4CE7552067F3}" destId="{A87823FD-E90C-44B4-AF7E-85D677D02CDF}" srcOrd="2" destOrd="0" presId="urn:microsoft.com/office/officeart/2005/8/layout/vList2"/>
    <dgm:cxn modelId="{2535D139-52AB-4F49-8564-793106D6D87F}" type="presParOf" srcId="{7CE5D1AC-16D4-462B-9369-4CE7552067F3}" destId="{B3802649-0E7B-4532-83CE-675B0BF3F4E2}" srcOrd="3" destOrd="0" presId="urn:microsoft.com/office/officeart/2005/8/layout/vList2"/>
    <dgm:cxn modelId="{3751E04F-ADA0-47CF-BB69-4AA3A1F918CA}" type="presParOf" srcId="{7CE5D1AC-16D4-462B-9369-4CE7552067F3}" destId="{AB466DFA-463F-45E2-B6A8-3E7E8CFB82F5}" srcOrd="4" destOrd="0" presId="urn:microsoft.com/office/officeart/2005/8/layout/vList2"/>
    <dgm:cxn modelId="{0826434E-0FBD-48F9-8C04-0C5DE3FC91E0}" type="presParOf" srcId="{7CE5D1AC-16D4-462B-9369-4CE7552067F3}" destId="{A6B0A00C-F364-46C0-9DB6-B46FB6C66CB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F1606C-2DFD-46E3-B840-2DBB002F625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139B66-A4E4-4D08-80D2-858D3E41C0F7}">
      <dgm:prSet/>
      <dgm:spPr/>
      <dgm:t>
        <a:bodyPr/>
        <a:lstStyle/>
        <a:p>
          <a:r>
            <a:rPr lang="en-US"/>
            <a:t>APRS</a:t>
          </a:r>
        </a:p>
      </dgm:t>
    </dgm:pt>
    <dgm:pt modelId="{0849B725-469A-4A78-B070-648428DFE5A5}" type="parTrans" cxnId="{5B274165-1807-4169-B9A8-D3FA9960E93E}">
      <dgm:prSet/>
      <dgm:spPr/>
      <dgm:t>
        <a:bodyPr/>
        <a:lstStyle/>
        <a:p>
          <a:endParaRPr lang="en-US"/>
        </a:p>
      </dgm:t>
    </dgm:pt>
    <dgm:pt modelId="{1B74B26D-38E9-4B87-92FE-684625692676}" type="sibTrans" cxnId="{5B274165-1807-4169-B9A8-D3FA9960E93E}">
      <dgm:prSet/>
      <dgm:spPr/>
      <dgm:t>
        <a:bodyPr/>
        <a:lstStyle/>
        <a:p>
          <a:endParaRPr lang="en-US"/>
        </a:p>
      </dgm:t>
    </dgm:pt>
    <dgm:pt modelId="{532139A7-3075-4A13-97F9-45314FBB97D7}">
      <dgm:prSet/>
      <dgm:spPr/>
      <dgm:t>
        <a:bodyPr/>
        <a:lstStyle/>
        <a:p>
          <a:r>
            <a:rPr lang="en-US"/>
            <a:t>Modulación AFSK 1200 baud</a:t>
          </a:r>
        </a:p>
      </dgm:t>
    </dgm:pt>
    <dgm:pt modelId="{202A58F9-9342-4243-BFD2-476A5FBDCC76}" type="parTrans" cxnId="{A6BE29A2-CA96-4861-A712-3A4A1F82BA79}">
      <dgm:prSet/>
      <dgm:spPr/>
      <dgm:t>
        <a:bodyPr/>
        <a:lstStyle/>
        <a:p>
          <a:endParaRPr lang="en-US"/>
        </a:p>
      </dgm:t>
    </dgm:pt>
    <dgm:pt modelId="{DDCC11B0-EC5B-4027-95EF-BECA9039F68B}" type="sibTrans" cxnId="{A6BE29A2-CA96-4861-A712-3A4A1F82BA79}">
      <dgm:prSet/>
      <dgm:spPr/>
      <dgm:t>
        <a:bodyPr/>
        <a:lstStyle/>
        <a:p>
          <a:endParaRPr lang="en-US"/>
        </a:p>
      </dgm:t>
    </dgm:pt>
    <dgm:pt modelId="{A5F6D3C0-7D5D-4174-8790-14D62BE80DC4}">
      <dgm:prSet/>
      <dgm:spPr/>
      <dgm:t>
        <a:bodyPr/>
        <a:lstStyle/>
        <a:p>
          <a:r>
            <a:rPr lang="en-US"/>
            <a:t>Datos digitales sobre radio FM</a:t>
          </a:r>
        </a:p>
      </dgm:t>
    </dgm:pt>
    <dgm:pt modelId="{0660E19F-05A8-460E-B7B9-3FCA3FAFC8A7}" type="parTrans" cxnId="{72E7C268-660C-4B6A-99F0-D72E8A784C43}">
      <dgm:prSet/>
      <dgm:spPr/>
      <dgm:t>
        <a:bodyPr/>
        <a:lstStyle/>
        <a:p>
          <a:endParaRPr lang="en-US"/>
        </a:p>
      </dgm:t>
    </dgm:pt>
    <dgm:pt modelId="{CC19F1F5-EC55-4125-8840-5C342C0B0C37}" type="sibTrans" cxnId="{72E7C268-660C-4B6A-99F0-D72E8A784C43}">
      <dgm:prSet/>
      <dgm:spPr/>
      <dgm:t>
        <a:bodyPr/>
        <a:lstStyle/>
        <a:p>
          <a:endParaRPr lang="en-US"/>
        </a:p>
      </dgm:t>
    </dgm:pt>
    <dgm:pt modelId="{12C9602E-D0A8-4F9A-8CE0-4D9808D10B50}">
      <dgm:prSet/>
      <dgm:spPr/>
      <dgm:t>
        <a:bodyPr/>
        <a:lstStyle/>
        <a:p>
          <a:r>
            <a:rPr lang="en-US"/>
            <a:t>LoRa</a:t>
          </a:r>
        </a:p>
      </dgm:t>
    </dgm:pt>
    <dgm:pt modelId="{0004385B-2FF1-4B9B-A8A1-205FFC48F45F}" type="parTrans" cxnId="{ABA49DC0-D402-4978-99FF-71B408B09173}">
      <dgm:prSet/>
      <dgm:spPr/>
      <dgm:t>
        <a:bodyPr/>
        <a:lstStyle/>
        <a:p>
          <a:endParaRPr lang="en-US"/>
        </a:p>
      </dgm:t>
    </dgm:pt>
    <dgm:pt modelId="{43D9BCB5-6F25-4403-A403-D68E5EFB0528}" type="sibTrans" cxnId="{ABA49DC0-D402-4978-99FF-71B408B09173}">
      <dgm:prSet/>
      <dgm:spPr/>
      <dgm:t>
        <a:bodyPr/>
        <a:lstStyle/>
        <a:p>
          <a:endParaRPr lang="en-US"/>
        </a:p>
      </dgm:t>
    </dgm:pt>
    <dgm:pt modelId="{0B7F8D34-D6A6-47B7-9C0C-E8B59DBF93C6}">
      <dgm:prSet/>
      <dgm:spPr/>
      <dgm:t>
        <a:bodyPr/>
        <a:lstStyle/>
        <a:p>
          <a:r>
            <a:rPr lang="en-US"/>
            <a:t>Modulación Chirp Spread Spectrum (CSS)</a:t>
          </a:r>
        </a:p>
      </dgm:t>
    </dgm:pt>
    <dgm:pt modelId="{32EF9221-A1E9-4F9D-8575-3E83421B0EDA}" type="parTrans" cxnId="{D2B81023-D35A-4829-AF8C-7E14D014EC72}">
      <dgm:prSet/>
      <dgm:spPr/>
      <dgm:t>
        <a:bodyPr/>
        <a:lstStyle/>
        <a:p>
          <a:endParaRPr lang="en-US"/>
        </a:p>
      </dgm:t>
    </dgm:pt>
    <dgm:pt modelId="{527C9432-F27B-42F4-B764-7F16FF378979}" type="sibTrans" cxnId="{D2B81023-D35A-4829-AF8C-7E14D014EC72}">
      <dgm:prSet/>
      <dgm:spPr/>
      <dgm:t>
        <a:bodyPr/>
        <a:lstStyle/>
        <a:p>
          <a:endParaRPr lang="en-US"/>
        </a:p>
      </dgm:t>
    </dgm:pt>
    <dgm:pt modelId="{24A19FAF-92F7-4B06-AB0E-65999CA53595}">
      <dgm:prSet/>
      <dgm:spPr/>
      <dgm:t>
        <a:bodyPr/>
        <a:lstStyle/>
        <a:p>
          <a:r>
            <a:rPr lang="en-US"/>
            <a:t>Ventajas del CSS:</a:t>
          </a:r>
        </a:p>
      </dgm:t>
    </dgm:pt>
    <dgm:pt modelId="{25C46490-3475-4FFD-8C10-6C800D28B087}" type="parTrans" cxnId="{D2D5C406-2371-431F-AE6B-3297AAC0986E}">
      <dgm:prSet/>
      <dgm:spPr/>
      <dgm:t>
        <a:bodyPr/>
        <a:lstStyle/>
        <a:p>
          <a:endParaRPr lang="en-US"/>
        </a:p>
      </dgm:t>
    </dgm:pt>
    <dgm:pt modelId="{0D635BE1-9571-495A-93D6-7C24E4906883}" type="sibTrans" cxnId="{D2D5C406-2371-431F-AE6B-3297AAC0986E}">
      <dgm:prSet/>
      <dgm:spPr/>
      <dgm:t>
        <a:bodyPr/>
        <a:lstStyle/>
        <a:p>
          <a:endParaRPr lang="en-US"/>
        </a:p>
      </dgm:t>
    </dgm:pt>
    <dgm:pt modelId="{6453AF3B-669D-4779-977B-9F79EAFFD821}">
      <dgm:prSet/>
      <dgm:spPr/>
      <dgm:t>
        <a:bodyPr/>
        <a:lstStyle/>
        <a:p>
          <a:r>
            <a:rPr lang="en-US"/>
            <a:t>Alta sensibilidad</a:t>
          </a:r>
        </a:p>
      </dgm:t>
    </dgm:pt>
    <dgm:pt modelId="{904971A9-DB16-4B2F-A190-58EE1C4A9E02}" type="parTrans" cxnId="{56562AEF-EB27-4611-BED6-FCF17C00FCBC}">
      <dgm:prSet/>
      <dgm:spPr/>
      <dgm:t>
        <a:bodyPr/>
        <a:lstStyle/>
        <a:p>
          <a:endParaRPr lang="en-US"/>
        </a:p>
      </dgm:t>
    </dgm:pt>
    <dgm:pt modelId="{51658A3F-30B3-46A3-9D58-0B2A35F6AA76}" type="sibTrans" cxnId="{56562AEF-EB27-4611-BED6-FCF17C00FCBC}">
      <dgm:prSet/>
      <dgm:spPr/>
      <dgm:t>
        <a:bodyPr/>
        <a:lstStyle/>
        <a:p>
          <a:endParaRPr lang="en-US"/>
        </a:p>
      </dgm:t>
    </dgm:pt>
    <dgm:pt modelId="{CEE5FA5D-AEE8-421B-AA8D-7048536CD0AE}">
      <dgm:prSet/>
      <dgm:spPr/>
      <dgm:t>
        <a:bodyPr/>
        <a:lstStyle/>
        <a:p>
          <a:r>
            <a:rPr lang="en-US"/>
            <a:t>Gran alcance</a:t>
          </a:r>
        </a:p>
      </dgm:t>
    </dgm:pt>
    <dgm:pt modelId="{6EFFC79E-0BDE-437A-B671-8A928CA0531B}" type="parTrans" cxnId="{E745D0EE-D524-4F0F-94F9-FDC1B27CC21F}">
      <dgm:prSet/>
      <dgm:spPr/>
      <dgm:t>
        <a:bodyPr/>
        <a:lstStyle/>
        <a:p>
          <a:endParaRPr lang="en-US"/>
        </a:p>
      </dgm:t>
    </dgm:pt>
    <dgm:pt modelId="{93E5F35A-D2AE-4EC9-9850-64136D3CFA49}" type="sibTrans" cxnId="{E745D0EE-D524-4F0F-94F9-FDC1B27CC21F}">
      <dgm:prSet/>
      <dgm:spPr/>
      <dgm:t>
        <a:bodyPr/>
        <a:lstStyle/>
        <a:p>
          <a:endParaRPr lang="en-US"/>
        </a:p>
      </dgm:t>
    </dgm:pt>
    <dgm:pt modelId="{4EEE2CFA-12FC-41E7-BBA5-688B90D632E2}">
      <dgm:prSet/>
      <dgm:spPr/>
      <dgm:t>
        <a:bodyPr/>
        <a:lstStyle/>
        <a:p>
          <a:r>
            <a:rPr lang="en-US"/>
            <a:t>Alta inmunidad al ruido</a:t>
          </a:r>
        </a:p>
      </dgm:t>
    </dgm:pt>
    <dgm:pt modelId="{D9224D81-C2C5-44C8-8059-D2FBE170A010}" type="parTrans" cxnId="{2DD53BA1-38C7-4AC9-9B51-7697CA7636DB}">
      <dgm:prSet/>
      <dgm:spPr/>
      <dgm:t>
        <a:bodyPr/>
        <a:lstStyle/>
        <a:p>
          <a:endParaRPr lang="en-US"/>
        </a:p>
      </dgm:t>
    </dgm:pt>
    <dgm:pt modelId="{3F4AEAC4-A018-436A-A1D8-65FE2D5CA0E2}" type="sibTrans" cxnId="{2DD53BA1-38C7-4AC9-9B51-7697CA7636DB}">
      <dgm:prSet/>
      <dgm:spPr/>
      <dgm:t>
        <a:bodyPr/>
        <a:lstStyle/>
        <a:p>
          <a:endParaRPr lang="en-US"/>
        </a:p>
      </dgm:t>
    </dgm:pt>
    <dgm:pt modelId="{772D97DB-8C73-4C68-99DE-2BC850BAAFD8}">
      <dgm:prSet/>
      <dgm:spPr/>
      <dgm:t>
        <a:bodyPr/>
        <a:lstStyle/>
        <a:p>
          <a:r>
            <a:rPr lang="en-US"/>
            <a:t>Baja tasa de datos</a:t>
          </a:r>
        </a:p>
      </dgm:t>
    </dgm:pt>
    <dgm:pt modelId="{44DE455E-85C2-42C5-A3A6-92317783FED0}" type="parTrans" cxnId="{566A0C6D-26F1-4BB6-8765-49A08FD7035D}">
      <dgm:prSet/>
      <dgm:spPr/>
      <dgm:t>
        <a:bodyPr/>
        <a:lstStyle/>
        <a:p>
          <a:endParaRPr lang="en-US"/>
        </a:p>
      </dgm:t>
    </dgm:pt>
    <dgm:pt modelId="{723C6390-ED56-491E-849E-B00F5CA4610B}" type="sibTrans" cxnId="{566A0C6D-26F1-4BB6-8765-49A08FD7035D}">
      <dgm:prSet/>
      <dgm:spPr/>
      <dgm:t>
        <a:bodyPr/>
        <a:lstStyle/>
        <a:p>
          <a:endParaRPr lang="en-US"/>
        </a:p>
      </dgm:t>
    </dgm:pt>
    <dgm:pt modelId="{977F690C-CBB3-486C-84D7-1D97CA51C945}" type="pres">
      <dgm:prSet presAssocID="{48F1606C-2DFD-46E3-B840-2DBB002F6254}" presName="linear" presStyleCnt="0">
        <dgm:presLayoutVars>
          <dgm:animLvl val="lvl"/>
          <dgm:resizeHandles val="exact"/>
        </dgm:presLayoutVars>
      </dgm:prSet>
      <dgm:spPr/>
    </dgm:pt>
    <dgm:pt modelId="{D57C2407-2344-495D-8552-41BE6F6B91D3}" type="pres">
      <dgm:prSet presAssocID="{1F139B66-A4E4-4D08-80D2-858D3E41C0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279CF74-0C9F-407F-9B46-3842435C2062}" type="pres">
      <dgm:prSet presAssocID="{1F139B66-A4E4-4D08-80D2-858D3E41C0F7}" presName="childText" presStyleLbl="revTx" presStyleIdx="0" presStyleCnt="3">
        <dgm:presLayoutVars>
          <dgm:bulletEnabled val="1"/>
        </dgm:presLayoutVars>
      </dgm:prSet>
      <dgm:spPr/>
    </dgm:pt>
    <dgm:pt modelId="{A5860509-1022-48EE-95A9-1BFFAEEA44A7}" type="pres">
      <dgm:prSet presAssocID="{12C9602E-D0A8-4F9A-8CE0-4D9808D10B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A9679F4-E91D-438C-A0B7-941D436A57FE}" type="pres">
      <dgm:prSet presAssocID="{12C9602E-D0A8-4F9A-8CE0-4D9808D10B50}" presName="childText" presStyleLbl="revTx" presStyleIdx="1" presStyleCnt="3">
        <dgm:presLayoutVars>
          <dgm:bulletEnabled val="1"/>
        </dgm:presLayoutVars>
      </dgm:prSet>
      <dgm:spPr/>
    </dgm:pt>
    <dgm:pt modelId="{64D82D00-659F-41F7-A674-776ACE62D2E1}" type="pres">
      <dgm:prSet presAssocID="{24A19FAF-92F7-4B06-AB0E-65999CA535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62659AD-2BB8-470B-A92A-4021C629ADD1}" type="pres">
      <dgm:prSet presAssocID="{24A19FAF-92F7-4B06-AB0E-65999CA535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2D5C406-2371-431F-AE6B-3297AAC0986E}" srcId="{48F1606C-2DFD-46E3-B840-2DBB002F6254}" destId="{24A19FAF-92F7-4B06-AB0E-65999CA53595}" srcOrd="2" destOrd="0" parTransId="{25C46490-3475-4FFD-8C10-6C800D28B087}" sibTransId="{0D635BE1-9571-495A-93D6-7C24E4906883}"/>
    <dgm:cxn modelId="{D2B81023-D35A-4829-AF8C-7E14D014EC72}" srcId="{12C9602E-D0A8-4F9A-8CE0-4D9808D10B50}" destId="{0B7F8D34-D6A6-47B7-9C0C-E8B59DBF93C6}" srcOrd="0" destOrd="0" parTransId="{32EF9221-A1E9-4F9D-8575-3E83421B0EDA}" sibTransId="{527C9432-F27B-42F4-B764-7F16FF378979}"/>
    <dgm:cxn modelId="{5ECE2825-2AF0-4B21-B30E-36CF869D8B0E}" type="presOf" srcId="{12C9602E-D0A8-4F9A-8CE0-4D9808D10B50}" destId="{A5860509-1022-48EE-95A9-1BFFAEEA44A7}" srcOrd="0" destOrd="0" presId="urn:microsoft.com/office/officeart/2005/8/layout/vList2"/>
    <dgm:cxn modelId="{A12CC340-64B6-440A-A08C-49F92E52AD26}" type="presOf" srcId="{0B7F8D34-D6A6-47B7-9C0C-E8B59DBF93C6}" destId="{8A9679F4-E91D-438C-A0B7-941D436A57FE}" srcOrd="0" destOrd="0" presId="urn:microsoft.com/office/officeart/2005/8/layout/vList2"/>
    <dgm:cxn modelId="{5B274165-1807-4169-B9A8-D3FA9960E93E}" srcId="{48F1606C-2DFD-46E3-B840-2DBB002F6254}" destId="{1F139B66-A4E4-4D08-80D2-858D3E41C0F7}" srcOrd="0" destOrd="0" parTransId="{0849B725-469A-4A78-B070-648428DFE5A5}" sibTransId="{1B74B26D-38E9-4B87-92FE-684625692676}"/>
    <dgm:cxn modelId="{72E7C268-660C-4B6A-99F0-D72E8A784C43}" srcId="{1F139B66-A4E4-4D08-80D2-858D3E41C0F7}" destId="{A5F6D3C0-7D5D-4174-8790-14D62BE80DC4}" srcOrd="1" destOrd="0" parTransId="{0660E19F-05A8-460E-B7B9-3FCA3FAFC8A7}" sibTransId="{CC19F1F5-EC55-4125-8840-5C342C0B0C37}"/>
    <dgm:cxn modelId="{5690366B-C27F-42C0-A8C5-37B644B69815}" type="presOf" srcId="{4EEE2CFA-12FC-41E7-BBA5-688B90D632E2}" destId="{662659AD-2BB8-470B-A92A-4021C629ADD1}" srcOrd="0" destOrd="2" presId="urn:microsoft.com/office/officeart/2005/8/layout/vList2"/>
    <dgm:cxn modelId="{566A0C6D-26F1-4BB6-8765-49A08FD7035D}" srcId="{24A19FAF-92F7-4B06-AB0E-65999CA53595}" destId="{772D97DB-8C73-4C68-99DE-2BC850BAAFD8}" srcOrd="3" destOrd="0" parTransId="{44DE455E-85C2-42C5-A3A6-92317783FED0}" sibTransId="{723C6390-ED56-491E-849E-B00F5CA4610B}"/>
    <dgm:cxn modelId="{5CB4947C-C276-49BB-86D1-2CCBCF5B3556}" type="presOf" srcId="{24A19FAF-92F7-4B06-AB0E-65999CA53595}" destId="{64D82D00-659F-41F7-A674-776ACE62D2E1}" srcOrd="0" destOrd="0" presId="urn:microsoft.com/office/officeart/2005/8/layout/vList2"/>
    <dgm:cxn modelId="{D6E6F28D-FA6E-4559-8C88-0F5A8A923B21}" type="presOf" srcId="{772D97DB-8C73-4C68-99DE-2BC850BAAFD8}" destId="{662659AD-2BB8-470B-A92A-4021C629ADD1}" srcOrd="0" destOrd="3" presId="urn:microsoft.com/office/officeart/2005/8/layout/vList2"/>
    <dgm:cxn modelId="{B82C1F9D-569F-4193-AF0B-A32CDE01E67E}" type="presOf" srcId="{532139A7-3075-4A13-97F9-45314FBB97D7}" destId="{2279CF74-0C9F-407F-9B46-3842435C2062}" srcOrd="0" destOrd="0" presId="urn:microsoft.com/office/officeart/2005/8/layout/vList2"/>
    <dgm:cxn modelId="{2DD53BA1-38C7-4AC9-9B51-7697CA7636DB}" srcId="{24A19FAF-92F7-4B06-AB0E-65999CA53595}" destId="{4EEE2CFA-12FC-41E7-BBA5-688B90D632E2}" srcOrd="2" destOrd="0" parTransId="{D9224D81-C2C5-44C8-8059-D2FBE170A010}" sibTransId="{3F4AEAC4-A018-436A-A1D8-65FE2D5CA0E2}"/>
    <dgm:cxn modelId="{A6BE29A2-CA96-4861-A712-3A4A1F82BA79}" srcId="{1F139B66-A4E4-4D08-80D2-858D3E41C0F7}" destId="{532139A7-3075-4A13-97F9-45314FBB97D7}" srcOrd="0" destOrd="0" parTransId="{202A58F9-9342-4243-BFD2-476A5FBDCC76}" sibTransId="{DDCC11B0-EC5B-4027-95EF-BECA9039F68B}"/>
    <dgm:cxn modelId="{1E270CB0-AEA7-4169-BD9E-4A32F49105C4}" type="presOf" srcId="{1F139B66-A4E4-4D08-80D2-858D3E41C0F7}" destId="{D57C2407-2344-495D-8552-41BE6F6B91D3}" srcOrd="0" destOrd="0" presId="urn:microsoft.com/office/officeart/2005/8/layout/vList2"/>
    <dgm:cxn modelId="{13BEBFB6-0694-4728-900F-59527AA7C3B9}" type="presOf" srcId="{A5F6D3C0-7D5D-4174-8790-14D62BE80DC4}" destId="{2279CF74-0C9F-407F-9B46-3842435C2062}" srcOrd="0" destOrd="1" presId="urn:microsoft.com/office/officeart/2005/8/layout/vList2"/>
    <dgm:cxn modelId="{886E2FB7-3E77-4781-BD4D-46F1D04B444F}" type="presOf" srcId="{48F1606C-2DFD-46E3-B840-2DBB002F6254}" destId="{977F690C-CBB3-486C-84D7-1D97CA51C945}" srcOrd="0" destOrd="0" presId="urn:microsoft.com/office/officeart/2005/8/layout/vList2"/>
    <dgm:cxn modelId="{ABA49DC0-D402-4978-99FF-71B408B09173}" srcId="{48F1606C-2DFD-46E3-B840-2DBB002F6254}" destId="{12C9602E-D0A8-4F9A-8CE0-4D9808D10B50}" srcOrd="1" destOrd="0" parTransId="{0004385B-2FF1-4B9B-A8A1-205FFC48F45F}" sibTransId="{43D9BCB5-6F25-4403-A403-D68E5EFB0528}"/>
    <dgm:cxn modelId="{7B1C51C1-435B-4F0A-94EE-6F3EC31CDC52}" type="presOf" srcId="{6453AF3B-669D-4779-977B-9F79EAFFD821}" destId="{662659AD-2BB8-470B-A92A-4021C629ADD1}" srcOrd="0" destOrd="0" presId="urn:microsoft.com/office/officeart/2005/8/layout/vList2"/>
    <dgm:cxn modelId="{E745D0EE-D524-4F0F-94F9-FDC1B27CC21F}" srcId="{24A19FAF-92F7-4B06-AB0E-65999CA53595}" destId="{CEE5FA5D-AEE8-421B-AA8D-7048536CD0AE}" srcOrd="1" destOrd="0" parTransId="{6EFFC79E-0BDE-437A-B671-8A928CA0531B}" sibTransId="{93E5F35A-D2AE-4EC9-9850-64136D3CFA49}"/>
    <dgm:cxn modelId="{56562AEF-EB27-4611-BED6-FCF17C00FCBC}" srcId="{24A19FAF-92F7-4B06-AB0E-65999CA53595}" destId="{6453AF3B-669D-4779-977B-9F79EAFFD821}" srcOrd="0" destOrd="0" parTransId="{904971A9-DB16-4B2F-A190-58EE1C4A9E02}" sibTransId="{51658A3F-30B3-46A3-9D58-0B2A35F6AA76}"/>
    <dgm:cxn modelId="{645F14F3-B0B8-4609-B26B-637B07117534}" type="presOf" srcId="{CEE5FA5D-AEE8-421B-AA8D-7048536CD0AE}" destId="{662659AD-2BB8-470B-A92A-4021C629ADD1}" srcOrd="0" destOrd="1" presId="urn:microsoft.com/office/officeart/2005/8/layout/vList2"/>
    <dgm:cxn modelId="{B17A67BF-B788-4709-B7E9-CEA3D6F0D75F}" type="presParOf" srcId="{977F690C-CBB3-486C-84D7-1D97CA51C945}" destId="{D57C2407-2344-495D-8552-41BE6F6B91D3}" srcOrd="0" destOrd="0" presId="urn:microsoft.com/office/officeart/2005/8/layout/vList2"/>
    <dgm:cxn modelId="{49A3BEE5-04AE-4E5B-96E6-AF32A4B8B68D}" type="presParOf" srcId="{977F690C-CBB3-486C-84D7-1D97CA51C945}" destId="{2279CF74-0C9F-407F-9B46-3842435C2062}" srcOrd="1" destOrd="0" presId="urn:microsoft.com/office/officeart/2005/8/layout/vList2"/>
    <dgm:cxn modelId="{CF7BDCC3-CE1A-4489-8A2B-33E3F3E28669}" type="presParOf" srcId="{977F690C-CBB3-486C-84D7-1D97CA51C945}" destId="{A5860509-1022-48EE-95A9-1BFFAEEA44A7}" srcOrd="2" destOrd="0" presId="urn:microsoft.com/office/officeart/2005/8/layout/vList2"/>
    <dgm:cxn modelId="{BA9A2AC7-BFA6-49A7-89A2-DFCD72C92BA8}" type="presParOf" srcId="{977F690C-CBB3-486C-84D7-1D97CA51C945}" destId="{8A9679F4-E91D-438C-A0B7-941D436A57FE}" srcOrd="3" destOrd="0" presId="urn:microsoft.com/office/officeart/2005/8/layout/vList2"/>
    <dgm:cxn modelId="{5172E592-7C63-41A9-BEC5-B5ECD405F3B6}" type="presParOf" srcId="{977F690C-CBB3-486C-84D7-1D97CA51C945}" destId="{64D82D00-659F-41F7-A674-776ACE62D2E1}" srcOrd="4" destOrd="0" presId="urn:microsoft.com/office/officeart/2005/8/layout/vList2"/>
    <dgm:cxn modelId="{312540B4-66E6-4548-9C99-56F6F5AE5CEC}" type="presParOf" srcId="{977F690C-CBB3-486C-84D7-1D97CA51C945}" destId="{662659AD-2BB8-470B-A92A-4021C629ADD1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E556CF8-9A66-46DA-8E09-31266A116DE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58D387-2A1D-4993-9692-A4DDA6FAF493}">
      <dgm:prSet/>
      <dgm:spPr/>
      <dgm:t>
        <a:bodyPr/>
        <a:lstStyle/>
        <a:p>
          <a:r>
            <a:rPr lang="en-US"/>
            <a:t>PIRE — Potencia Isotrópica Radiada Equivalente</a:t>
          </a:r>
        </a:p>
      </dgm:t>
    </dgm:pt>
    <dgm:pt modelId="{88223185-8DFC-4017-8960-E8026E78875E}" type="parTrans" cxnId="{5883D4AC-3497-41D1-8BAA-55E0E2055696}">
      <dgm:prSet/>
      <dgm:spPr/>
      <dgm:t>
        <a:bodyPr/>
        <a:lstStyle/>
        <a:p>
          <a:endParaRPr lang="en-US"/>
        </a:p>
      </dgm:t>
    </dgm:pt>
    <dgm:pt modelId="{8C161961-0D54-40EB-A84D-D33F6166C39E}" type="sibTrans" cxnId="{5883D4AC-3497-41D1-8BAA-55E0E2055696}">
      <dgm:prSet/>
      <dgm:spPr/>
      <dgm:t>
        <a:bodyPr/>
        <a:lstStyle/>
        <a:p>
          <a:endParaRPr lang="en-US"/>
        </a:p>
      </dgm:t>
    </dgm:pt>
    <dgm:pt modelId="{6E4CC30D-EA06-476B-90F0-ECA11191AA7E}">
      <dgm:prSet/>
      <dgm:spPr/>
      <dgm:t>
        <a:bodyPr/>
        <a:lstStyle/>
        <a:p>
          <a:r>
            <a:rPr lang="en-US"/>
            <a:t>Representa la potencia total radiada considerando:</a:t>
          </a:r>
        </a:p>
      </dgm:t>
    </dgm:pt>
    <dgm:pt modelId="{4A0D34B9-3697-47B7-8279-5D4CFF5370A2}" type="parTrans" cxnId="{D3558067-C9CF-43CE-9A7E-6B375E9138F7}">
      <dgm:prSet/>
      <dgm:spPr/>
      <dgm:t>
        <a:bodyPr/>
        <a:lstStyle/>
        <a:p>
          <a:endParaRPr lang="en-US"/>
        </a:p>
      </dgm:t>
    </dgm:pt>
    <dgm:pt modelId="{07639D7C-74A7-4F5A-93A0-540B18D4307C}" type="sibTrans" cxnId="{D3558067-C9CF-43CE-9A7E-6B375E9138F7}">
      <dgm:prSet/>
      <dgm:spPr/>
      <dgm:t>
        <a:bodyPr/>
        <a:lstStyle/>
        <a:p>
          <a:endParaRPr lang="en-US"/>
        </a:p>
      </dgm:t>
    </dgm:pt>
    <dgm:pt modelId="{1BF8943B-CB2C-41CD-B024-FA72042AB3E9}">
      <dgm:prSet/>
      <dgm:spPr/>
      <dgm:t>
        <a:bodyPr/>
        <a:lstStyle/>
        <a:p>
          <a:r>
            <a:rPr lang="en-US"/>
            <a:t>potencia del transmisor</a:t>
          </a:r>
        </a:p>
      </dgm:t>
    </dgm:pt>
    <dgm:pt modelId="{C54734C4-FE7D-42A6-8B4C-E2B97A86EF79}" type="parTrans" cxnId="{895E17F4-15A9-41C2-84D2-D90611B62C14}">
      <dgm:prSet/>
      <dgm:spPr/>
      <dgm:t>
        <a:bodyPr/>
        <a:lstStyle/>
        <a:p>
          <a:endParaRPr lang="en-US"/>
        </a:p>
      </dgm:t>
    </dgm:pt>
    <dgm:pt modelId="{D93EB47B-074A-4D88-BAE8-AFA5386DFFE3}" type="sibTrans" cxnId="{895E17F4-15A9-41C2-84D2-D90611B62C14}">
      <dgm:prSet/>
      <dgm:spPr/>
      <dgm:t>
        <a:bodyPr/>
        <a:lstStyle/>
        <a:p>
          <a:endParaRPr lang="en-US"/>
        </a:p>
      </dgm:t>
    </dgm:pt>
    <dgm:pt modelId="{FCE3483C-BE42-4289-AABF-1FD10002EB76}">
      <dgm:prSet/>
      <dgm:spPr/>
      <dgm:t>
        <a:bodyPr/>
        <a:lstStyle/>
        <a:p>
          <a:r>
            <a:rPr lang="en-US"/>
            <a:t>ganancia de la antenna</a:t>
          </a:r>
        </a:p>
      </dgm:t>
    </dgm:pt>
    <dgm:pt modelId="{DBD1478A-DB93-4250-9850-8D8C6BDBF315}" type="parTrans" cxnId="{8E14CC75-B06E-4DCE-9958-BCCE894071C6}">
      <dgm:prSet/>
      <dgm:spPr/>
      <dgm:t>
        <a:bodyPr/>
        <a:lstStyle/>
        <a:p>
          <a:endParaRPr lang="en-US"/>
        </a:p>
      </dgm:t>
    </dgm:pt>
    <dgm:pt modelId="{27A7E728-A902-43D7-8049-BDE8BD4C0218}" type="sibTrans" cxnId="{8E14CC75-B06E-4DCE-9958-BCCE894071C6}">
      <dgm:prSet/>
      <dgm:spPr/>
      <dgm:t>
        <a:bodyPr/>
        <a:lstStyle/>
        <a:p>
          <a:endParaRPr lang="en-US"/>
        </a:p>
      </dgm:t>
    </dgm:pt>
    <dgm:pt modelId="{DAE3D158-DBC8-4504-B889-6C0886B90CD9}">
      <dgm:prSet/>
      <dgm:spPr/>
      <dgm:t>
        <a:bodyPr/>
        <a:lstStyle/>
        <a:p>
          <a:r>
            <a:rPr lang="en-US"/>
            <a:t>Se utiliza para:</a:t>
          </a:r>
        </a:p>
      </dgm:t>
    </dgm:pt>
    <dgm:pt modelId="{DF4F3C05-500E-4F15-B8BB-343A53BD03F7}" type="parTrans" cxnId="{6BD0A759-CFA7-4CF9-86E2-FC6F7E5D9E9B}">
      <dgm:prSet/>
      <dgm:spPr/>
      <dgm:t>
        <a:bodyPr/>
        <a:lstStyle/>
        <a:p>
          <a:endParaRPr lang="en-US"/>
        </a:p>
      </dgm:t>
    </dgm:pt>
    <dgm:pt modelId="{598C9D7C-F78E-48B8-9EED-DED24C8F308E}" type="sibTrans" cxnId="{6BD0A759-CFA7-4CF9-86E2-FC6F7E5D9E9B}">
      <dgm:prSet/>
      <dgm:spPr/>
      <dgm:t>
        <a:bodyPr/>
        <a:lstStyle/>
        <a:p>
          <a:endParaRPr lang="en-US"/>
        </a:p>
      </dgm:t>
    </dgm:pt>
    <dgm:pt modelId="{80E97A3E-6EB1-4242-B096-6F443BCD50EF}">
      <dgm:prSet/>
      <dgm:spPr/>
      <dgm:t>
        <a:bodyPr/>
        <a:lstStyle/>
        <a:p>
          <a:r>
            <a:rPr lang="en-US"/>
            <a:t>limitar interferencias</a:t>
          </a:r>
        </a:p>
      </dgm:t>
    </dgm:pt>
    <dgm:pt modelId="{E99AE800-1043-4463-BBC1-0FB254B894D9}" type="parTrans" cxnId="{B4B3CCC9-08CD-416B-BA56-55482AC946EE}">
      <dgm:prSet/>
      <dgm:spPr/>
      <dgm:t>
        <a:bodyPr/>
        <a:lstStyle/>
        <a:p>
          <a:endParaRPr lang="en-US"/>
        </a:p>
      </dgm:t>
    </dgm:pt>
    <dgm:pt modelId="{C00AE160-4D9B-49EE-8430-E41F79EC1898}" type="sibTrans" cxnId="{B4B3CCC9-08CD-416B-BA56-55482AC946EE}">
      <dgm:prSet/>
      <dgm:spPr/>
      <dgm:t>
        <a:bodyPr/>
        <a:lstStyle/>
        <a:p>
          <a:endParaRPr lang="en-US"/>
        </a:p>
      </dgm:t>
    </dgm:pt>
    <dgm:pt modelId="{B83823EC-6696-4DC8-AB12-C11F32F7235D}">
      <dgm:prSet/>
      <dgm:spPr/>
      <dgm:t>
        <a:bodyPr/>
        <a:lstStyle/>
        <a:p>
          <a:r>
            <a:rPr lang="en-US"/>
            <a:t>regular sistemas de radio</a:t>
          </a:r>
        </a:p>
      </dgm:t>
    </dgm:pt>
    <dgm:pt modelId="{09C7E8D8-EB9A-415D-95D9-E2609F92B544}" type="parTrans" cxnId="{C929CABC-E59E-4011-AC71-F562918AFCD6}">
      <dgm:prSet/>
      <dgm:spPr/>
      <dgm:t>
        <a:bodyPr/>
        <a:lstStyle/>
        <a:p>
          <a:endParaRPr lang="en-US"/>
        </a:p>
      </dgm:t>
    </dgm:pt>
    <dgm:pt modelId="{847BAC39-2468-4417-A514-D8032AAFE20E}" type="sibTrans" cxnId="{C929CABC-E59E-4011-AC71-F562918AFCD6}">
      <dgm:prSet/>
      <dgm:spPr/>
      <dgm:t>
        <a:bodyPr/>
        <a:lstStyle/>
        <a:p>
          <a:endParaRPr lang="en-US"/>
        </a:p>
      </dgm:t>
    </dgm:pt>
    <dgm:pt modelId="{52F60036-579E-42B5-B566-8E55F080A672}" type="pres">
      <dgm:prSet presAssocID="{9E556CF8-9A66-46DA-8E09-31266A116DE1}" presName="linear" presStyleCnt="0">
        <dgm:presLayoutVars>
          <dgm:animLvl val="lvl"/>
          <dgm:resizeHandles val="exact"/>
        </dgm:presLayoutVars>
      </dgm:prSet>
      <dgm:spPr/>
    </dgm:pt>
    <dgm:pt modelId="{BF6FC670-6144-47C4-92A3-E2A1E3083FBD}" type="pres">
      <dgm:prSet presAssocID="{1458D387-2A1D-4993-9692-A4DDA6FAF4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236BC34-DF84-4A88-B241-32B04B476F9E}" type="pres">
      <dgm:prSet presAssocID="{8C161961-0D54-40EB-A84D-D33F6166C39E}" presName="spacer" presStyleCnt="0"/>
      <dgm:spPr/>
    </dgm:pt>
    <dgm:pt modelId="{4AF87527-764C-4E52-A10A-4E89D15CDC8F}" type="pres">
      <dgm:prSet presAssocID="{6E4CC30D-EA06-476B-90F0-ECA11191AA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866059-169E-4C5F-A33D-31B0199C3B8D}" type="pres">
      <dgm:prSet presAssocID="{6E4CC30D-EA06-476B-90F0-ECA11191AA7E}" presName="childText" presStyleLbl="revTx" presStyleIdx="0" presStyleCnt="2">
        <dgm:presLayoutVars>
          <dgm:bulletEnabled val="1"/>
        </dgm:presLayoutVars>
      </dgm:prSet>
      <dgm:spPr/>
    </dgm:pt>
    <dgm:pt modelId="{7BC9B535-CFBD-4A43-B944-46BB77D1C535}" type="pres">
      <dgm:prSet presAssocID="{DAE3D158-DBC8-4504-B889-6C0886B90C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D93EBA-8E8F-4E97-AE93-EDB04037828C}" type="pres">
      <dgm:prSet presAssocID="{DAE3D158-DBC8-4504-B889-6C0886B90CD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7388D41-F094-4E16-932F-915BCFC4A48B}" type="presOf" srcId="{1458D387-2A1D-4993-9692-A4DDA6FAF493}" destId="{BF6FC670-6144-47C4-92A3-E2A1E3083FBD}" srcOrd="0" destOrd="0" presId="urn:microsoft.com/office/officeart/2005/8/layout/vList2"/>
    <dgm:cxn modelId="{D3558067-C9CF-43CE-9A7E-6B375E9138F7}" srcId="{9E556CF8-9A66-46DA-8E09-31266A116DE1}" destId="{6E4CC30D-EA06-476B-90F0-ECA11191AA7E}" srcOrd="1" destOrd="0" parTransId="{4A0D34B9-3697-47B7-8279-5D4CFF5370A2}" sibTransId="{07639D7C-74A7-4F5A-93A0-540B18D4307C}"/>
    <dgm:cxn modelId="{8E14CC75-B06E-4DCE-9958-BCCE894071C6}" srcId="{6E4CC30D-EA06-476B-90F0-ECA11191AA7E}" destId="{FCE3483C-BE42-4289-AABF-1FD10002EB76}" srcOrd="1" destOrd="0" parTransId="{DBD1478A-DB93-4250-9850-8D8C6BDBF315}" sibTransId="{27A7E728-A902-43D7-8049-BDE8BD4C0218}"/>
    <dgm:cxn modelId="{3C950478-4AD8-4E7C-9708-910008AA08D9}" type="presOf" srcId="{1BF8943B-CB2C-41CD-B024-FA72042AB3E9}" destId="{40866059-169E-4C5F-A33D-31B0199C3B8D}" srcOrd="0" destOrd="0" presId="urn:microsoft.com/office/officeart/2005/8/layout/vList2"/>
    <dgm:cxn modelId="{6BD0A759-CFA7-4CF9-86E2-FC6F7E5D9E9B}" srcId="{9E556CF8-9A66-46DA-8E09-31266A116DE1}" destId="{DAE3D158-DBC8-4504-B889-6C0886B90CD9}" srcOrd="2" destOrd="0" parTransId="{DF4F3C05-500E-4F15-B8BB-343A53BD03F7}" sibTransId="{598C9D7C-F78E-48B8-9EED-DED24C8F308E}"/>
    <dgm:cxn modelId="{5883D4AC-3497-41D1-8BAA-55E0E2055696}" srcId="{9E556CF8-9A66-46DA-8E09-31266A116DE1}" destId="{1458D387-2A1D-4993-9692-A4DDA6FAF493}" srcOrd="0" destOrd="0" parTransId="{88223185-8DFC-4017-8960-E8026E78875E}" sibTransId="{8C161961-0D54-40EB-A84D-D33F6166C39E}"/>
    <dgm:cxn modelId="{C929CABC-E59E-4011-AC71-F562918AFCD6}" srcId="{DAE3D158-DBC8-4504-B889-6C0886B90CD9}" destId="{B83823EC-6696-4DC8-AB12-C11F32F7235D}" srcOrd="1" destOrd="0" parTransId="{09C7E8D8-EB9A-415D-95D9-E2609F92B544}" sibTransId="{847BAC39-2468-4417-A514-D8032AAFE20E}"/>
    <dgm:cxn modelId="{B4B3CCC9-08CD-416B-BA56-55482AC946EE}" srcId="{DAE3D158-DBC8-4504-B889-6C0886B90CD9}" destId="{80E97A3E-6EB1-4242-B096-6F443BCD50EF}" srcOrd="0" destOrd="0" parTransId="{E99AE800-1043-4463-BBC1-0FB254B894D9}" sibTransId="{C00AE160-4D9B-49EE-8430-E41F79EC1898}"/>
    <dgm:cxn modelId="{0466F0CD-2492-4809-B297-18DB05FC391B}" type="presOf" srcId="{9E556CF8-9A66-46DA-8E09-31266A116DE1}" destId="{52F60036-579E-42B5-B566-8E55F080A672}" srcOrd="0" destOrd="0" presId="urn:microsoft.com/office/officeart/2005/8/layout/vList2"/>
    <dgm:cxn modelId="{91AAA3D9-B841-421C-9F8D-E01F373E963F}" type="presOf" srcId="{FCE3483C-BE42-4289-AABF-1FD10002EB76}" destId="{40866059-169E-4C5F-A33D-31B0199C3B8D}" srcOrd="0" destOrd="1" presId="urn:microsoft.com/office/officeart/2005/8/layout/vList2"/>
    <dgm:cxn modelId="{C3A75CDF-3058-4D84-BB2A-50BC2E9FBAB8}" type="presOf" srcId="{6E4CC30D-EA06-476B-90F0-ECA11191AA7E}" destId="{4AF87527-764C-4E52-A10A-4E89D15CDC8F}" srcOrd="0" destOrd="0" presId="urn:microsoft.com/office/officeart/2005/8/layout/vList2"/>
    <dgm:cxn modelId="{F98FE4E3-2733-4754-9013-A6B0EB19B2AE}" type="presOf" srcId="{80E97A3E-6EB1-4242-B096-6F443BCD50EF}" destId="{05D93EBA-8E8F-4E97-AE93-EDB04037828C}" srcOrd="0" destOrd="0" presId="urn:microsoft.com/office/officeart/2005/8/layout/vList2"/>
    <dgm:cxn modelId="{AC68A2EF-A82C-43FC-92F0-2E0712335D5B}" type="presOf" srcId="{B83823EC-6696-4DC8-AB12-C11F32F7235D}" destId="{05D93EBA-8E8F-4E97-AE93-EDB04037828C}" srcOrd="0" destOrd="1" presId="urn:microsoft.com/office/officeart/2005/8/layout/vList2"/>
    <dgm:cxn modelId="{895E17F4-15A9-41C2-84D2-D90611B62C14}" srcId="{6E4CC30D-EA06-476B-90F0-ECA11191AA7E}" destId="{1BF8943B-CB2C-41CD-B024-FA72042AB3E9}" srcOrd="0" destOrd="0" parTransId="{C54734C4-FE7D-42A6-8B4C-E2B97A86EF79}" sibTransId="{D93EB47B-074A-4D88-BAE8-AFA5386DFFE3}"/>
    <dgm:cxn modelId="{7B54AEFF-A581-453D-B8E4-BC31F4273DB3}" type="presOf" srcId="{DAE3D158-DBC8-4504-B889-6C0886B90CD9}" destId="{7BC9B535-CFBD-4A43-B944-46BB77D1C535}" srcOrd="0" destOrd="0" presId="urn:microsoft.com/office/officeart/2005/8/layout/vList2"/>
    <dgm:cxn modelId="{42A70450-6567-471A-B9A8-16CEE068B8A4}" type="presParOf" srcId="{52F60036-579E-42B5-B566-8E55F080A672}" destId="{BF6FC670-6144-47C4-92A3-E2A1E3083FBD}" srcOrd="0" destOrd="0" presId="urn:microsoft.com/office/officeart/2005/8/layout/vList2"/>
    <dgm:cxn modelId="{8B2375D8-6EAD-4303-8343-A4E64B397EB8}" type="presParOf" srcId="{52F60036-579E-42B5-B566-8E55F080A672}" destId="{A236BC34-DF84-4A88-B241-32B04B476F9E}" srcOrd="1" destOrd="0" presId="urn:microsoft.com/office/officeart/2005/8/layout/vList2"/>
    <dgm:cxn modelId="{1B4E887B-0E26-4004-A21F-F4B5CE660BE4}" type="presParOf" srcId="{52F60036-579E-42B5-B566-8E55F080A672}" destId="{4AF87527-764C-4E52-A10A-4E89D15CDC8F}" srcOrd="2" destOrd="0" presId="urn:microsoft.com/office/officeart/2005/8/layout/vList2"/>
    <dgm:cxn modelId="{6B709F86-DE52-4991-9233-11C949C4F314}" type="presParOf" srcId="{52F60036-579E-42B5-B566-8E55F080A672}" destId="{40866059-169E-4C5F-A33D-31B0199C3B8D}" srcOrd="3" destOrd="0" presId="urn:microsoft.com/office/officeart/2005/8/layout/vList2"/>
    <dgm:cxn modelId="{E55E5B29-5F6F-4A4D-AB48-49A03191ED17}" type="presParOf" srcId="{52F60036-579E-42B5-B566-8E55F080A672}" destId="{7BC9B535-CFBD-4A43-B944-46BB77D1C535}" srcOrd="4" destOrd="0" presId="urn:microsoft.com/office/officeart/2005/8/layout/vList2"/>
    <dgm:cxn modelId="{CD77CB8B-EBA5-4BCA-82A2-F92E62DD46D5}" type="presParOf" srcId="{52F60036-579E-42B5-B566-8E55F080A672}" destId="{05D93EBA-8E8F-4E97-AE93-EDB04037828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DD6F7-C140-459A-9C11-09EF11DB270D}">
      <dsp:nvSpPr>
        <dsp:cNvPr id="0" name=""/>
        <dsp:cNvSpPr/>
      </dsp:nvSpPr>
      <dsp:spPr>
        <a:xfrm>
          <a:off x="0" y="964656"/>
          <a:ext cx="6797675" cy="257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499872" rIns="52757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Desarrollado en los años 80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Creado por Bob Bruninga (WB4APR)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Inicialmente diseñado para radioaficionados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Integración de radio + computadoras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Evolucionó con la llegada de </a:t>
          </a:r>
          <a:r>
            <a:rPr lang="es-MX" sz="2400" b="1" kern="1200"/>
            <a:t>tecnología GPS</a:t>
          </a:r>
          <a:endParaRPr lang="en-US" sz="2400" kern="1200"/>
        </a:p>
      </dsp:txBody>
      <dsp:txXfrm>
        <a:off x="0" y="964656"/>
        <a:ext cx="6797675" cy="2570400"/>
      </dsp:txXfrm>
    </dsp:sp>
    <dsp:sp modelId="{A0F336FB-3C8D-4240-8B6E-11217C4F44E9}">
      <dsp:nvSpPr>
        <dsp:cNvPr id="0" name=""/>
        <dsp:cNvSpPr/>
      </dsp:nvSpPr>
      <dsp:spPr>
        <a:xfrm>
          <a:off x="339883" y="610416"/>
          <a:ext cx="4758372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Origen del sistema APRS</a:t>
          </a:r>
        </a:p>
      </dsp:txBody>
      <dsp:txXfrm>
        <a:off x="374468" y="645001"/>
        <a:ext cx="4689202" cy="639310"/>
      </dsp:txXfrm>
    </dsp:sp>
    <dsp:sp modelId="{8FB87318-7CD0-4575-ABE6-8F7F47641843}">
      <dsp:nvSpPr>
        <dsp:cNvPr id="0" name=""/>
        <dsp:cNvSpPr/>
      </dsp:nvSpPr>
      <dsp:spPr>
        <a:xfrm>
          <a:off x="0" y="4018896"/>
          <a:ext cx="6797675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499872" rIns="52757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Transmisión de </a:t>
          </a:r>
          <a:r>
            <a:rPr lang="es-MX" sz="2400" b="1" kern="1200"/>
            <a:t>información en tiempo real</a:t>
          </a:r>
          <a:endParaRPr lang="en-US" sz="2400" kern="1200"/>
        </a:p>
      </dsp:txBody>
      <dsp:txXfrm>
        <a:off x="0" y="4018896"/>
        <a:ext cx="6797675" cy="1020600"/>
      </dsp:txXfrm>
    </dsp:sp>
    <dsp:sp modelId="{57304035-EFEB-4BD1-B1AC-DBC214FECFE8}">
      <dsp:nvSpPr>
        <dsp:cNvPr id="0" name=""/>
        <dsp:cNvSpPr/>
      </dsp:nvSpPr>
      <dsp:spPr>
        <a:xfrm>
          <a:off x="339883" y="3664656"/>
          <a:ext cx="4758372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Objetivo principal:</a:t>
          </a:r>
        </a:p>
      </dsp:txBody>
      <dsp:txXfrm>
        <a:off x="374468" y="3699241"/>
        <a:ext cx="4689202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5A040-C1D5-4FDB-BA0C-6C5FA27DD218}">
      <dsp:nvSpPr>
        <dsp:cNvPr id="0" name=""/>
        <dsp:cNvSpPr/>
      </dsp:nvSpPr>
      <dsp:spPr>
        <a:xfrm>
          <a:off x="49" y="131019"/>
          <a:ext cx="4700141" cy="691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Características principals</a:t>
          </a:r>
        </a:p>
      </dsp:txBody>
      <dsp:txXfrm>
        <a:off x="49" y="131019"/>
        <a:ext cx="4700141" cy="691200"/>
      </dsp:txXfrm>
    </dsp:sp>
    <dsp:sp modelId="{86C772CF-19E1-4CB9-AA32-97D2F72BC32B}">
      <dsp:nvSpPr>
        <dsp:cNvPr id="0" name=""/>
        <dsp:cNvSpPr/>
      </dsp:nvSpPr>
      <dsp:spPr>
        <a:xfrm>
          <a:off x="49" y="822219"/>
          <a:ext cx="4700141" cy="2832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Opera completamente mediante radiofrecuencia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No depende de infraestructura celular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Puede funcionar sin acceso a internet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/>
            <a:t>Alta robustez en comunicaciones</a:t>
          </a:r>
          <a:endParaRPr lang="en-US" sz="2400" kern="1200"/>
        </a:p>
      </dsp:txBody>
      <dsp:txXfrm>
        <a:off x="49" y="822219"/>
        <a:ext cx="4700141" cy="2832840"/>
      </dsp:txXfrm>
    </dsp:sp>
    <dsp:sp modelId="{5C2A3F79-ACF7-4F59-8B56-CBA9DF1E21FF}">
      <dsp:nvSpPr>
        <dsp:cNvPr id="0" name=""/>
        <dsp:cNvSpPr/>
      </dsp:nvSpPr>
      <dsp:spPr>
        <a:xfrm>
          <a:off x="5358209" y="131019"/>
          <a:ext cx="4700141" cy="691200"/>
        </a:xfrm>
        <a:prstGeom prst="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Integración con internet</a:t>
          </a:r>
        </a:p>
      </dsp:txBody>
      <dsp:txXfrm>
        <a:off x="5358209" y="131019"/>
        <a:ext cx="4700141" cy="691200"/>
      </dsp:txXfrm>
    </dsp:sp>
    <dsp:sp modelId="{4A6E776F-A724-42EE-96BC-94C956569B67}">
      <dsp:nvSpPr>
        <dsp:cNvPr id="0" name=""/>
        <dsp:cNvSpPr/>
      </dsp:nvSpPr>
      <dsp:spPr>
        <a:xfrm>
          <a:off x="5358209" y="822219"/>
          <a:ext cx="4700141" cy="2832840"/>
        </a:xfrm>
        <a:prstGeom prst="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266664"/>
              <a:satOff val="-19882"/>
              <a:lumOff val="-1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Uso de APRS Internet System (APRS-IS)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Permite visualizar datos a nivel global</a:t>
          </a:r>
        </a:p>
      </dsp:txBody>
      <dsp:txXfrm>
        <a:off x="5358209" y="822219"/>
        <a:ext cx="4700141" cy="2832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441BA-251A-4FE9-82C4-5D26963B20CC}">
      <dsp:nvSpPr>
        <dsp:cNvPr id="0" name=""/>
        <dsp:cNvSpPr/>
      </dsp:nvSpPr>
      <dsp:spPr>
        <a:xfrm rot="5400000">
          <a:off x="6100982" y="-2295230"/>
          <a:ext cx="1477458" cy="6437376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Seguimiento de vehículos y personas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Gestión de emergencias y desastres naturales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Monitoreo de estaciones meteorológicas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Telemetría remota</a:t>
          </a:r>
          <a:endParaRPr lang="en-US" sz="2000" kern="1200"/>
        </a:p>
      </dsp:txBody>
      <dsp:txXfrm rot="-5400000">
        <a:off x="3621023" y="256853"/>
        <a:ext cx="6365252" cy="1333210"/>
      </dsp:txXfrm>
    </dsp:sp>
    <dsp:sp modelId="{6372722B-3062-4530-B2A9-7D64DBE23BCA}">
      <dsp:nvSpPr>
        <dsp:cNvPr id="0" name=""/>
        <dsp:cNvSpPr/>
      </dsp:nvSpPr>
      <dsp:spPr>
        <a:xfrm>
          <a:off x="0" y="46"/>
          <a:ext cx="3621024" cy="184682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Principales aplicaciones</a:t>
          </a:r>
        </a:p>
      </dsp:txBody>
      <dsp:txXfrm>
        <a:off x="90154" y="90200"/>
        <a:ext cx="3440716" cy="1666515"/>
      </dsp:txXfrm>
    </dsp:sp>
    <dsp:sp modelId="{ACB91BDF-AB3A-4C50-8625-32F7ED31685A}">
      <dsp:nvSpPr>
        <dsp:cNvPr id="0" name=""/>
        <dsp:cNvSpPr/>
      </dsp:nvSpPr>
      <dsp:spPr>
        <a:xfrm rot="5400000">
          <a:off x="6100982" y="-356065"/>
          <a:ext cx="1477458" cy="6437376"/>
        </a:xfrm>
        <a:prstGeom prst="round2SameRect">
          <a:avLst/>
        </a:prstGeom>
        <a:solidFill>
          <a:schemeClr val="accent5">
            <a:tint val="40000"/>
            <a:alpha val="90000"/>
            <a:hueOff val="2266664"/>
            <a:satOff val="-19882"/>
            <a:lumOff val="-1583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2266664"/>
              <a:satOff val="-19882"/>
              <a:lumOff val="-15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Infraestructura ya existente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Alta robustez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/>
            <a:t>Ideal para datos pequeños pero importantes</a:t>
          </a:r>
          <a:endParaRPr lang="en-US" sz="2000" kern="1200"/>
        </a:p>
      </dsp:txBody>
      <dsp:txXfrm rot="-5400000">
        <a:off x="3621023" y="2196018"/>
        <a:ext cx="6365252" cy="1333210"/>
      </dsp:txXfrm>
    </dsp:sp>
    <dsp:sp modelId="{C9BBF269-8253-4DAD-8CAD-DCC1406DE6B7}">
      <dsp:nvSpPr>
        <dsp:cNvPr id="0" name=""/>
        <dsp:cNvSpPr/>
      </dsp:nvSpPr>
      <dsp:spPr>
        <a:xfrm>
          <a:off x="0" y="1939210"/>
          <a:ext cx="3621024" cy="1846823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Ventajas del Sistema</a:t>
          </a:r>
        </a:p>
      </dsp:txBody>
      <dsp:txXfrm>
        <a:off x="90154" y="2029364"/>
        <a:ext cx="3440716" cy="16665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3988A-CBF1-4B85-9A34-C55EEB53BD23}">
      <dsp:nvSpPr>
        <dsp:cNvPr id="0" name=""/>
        <dsp:cNvSpPr/>
      </dsp:nvSpPr>
      <dsp:spPr>
        <a:xfrm>
          <a:off x="0" y="268964"/>
          <a:ext cx="10058399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70764" rIns="78064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Basado en el protocolo X.25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Adaptado para radioaficionados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Opera en la capa de enlace</a:t>
          </a:r>
          <a:endParaRPr lang="en-US" sz="1300" kern="1200"/>
        </a:p>
      </dsp:txBody>
      <dsp:txXfrm>
        <a:off x="0" y="268964"/>
        <a:ext cx="10058399" cy="982800"/>
      </dsp:txXfrm>
    </dsp:sp>
    <dsp:sp modelId="{4757C0F8-84CB-42AC-978B-DAB045868B28}">
      <dsp:nvSpPr>
        <dsp:cNvPr id="0" name=""/>
        <dsp:cNvSpPr/>
      </dsp:nvSpPr>
      <dsp:spPr>
        <a:xfrm>
          <a:off x="502920" y="77084"/>
          <a:ext cx="70408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Protocolo utilizado: AX.25</a:t>
          </a:r>
        </a:p>
      </dsp:txBody>
      <dsp:txXfrm>
        <a:off x="521654" y="95818"/>
        <a:ext cx="7003412" cy="346292"/>
      </dsp:txXfrm>
    </dsp:sp>
    <dsp:sp modelId="{5F9D9D32-8428-4D90-ACC9-5D87390BFCF1}">
      <dsp:nvSpPr>
        <dsp:cNvPr id="0" name=""/>
        <dsp:cNvSpPr/>
      </dsp:nvSpPr>
      <dsp:spPr>
        <a:xfrm>
          <a:off x="0" y="1513845"/>
          <a:ext cx="10058399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70764" rIns="78064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Comunicación no orientada a conexión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Tramas cortas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Alta robustez ante errores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Bajo overhead</a:t>
          </a:r>
          <a:endParaRPr lang="en-US" sz="1300" kern="1200"/>
        </a:p>
      </dsp:txBody>
      <dsp:txXfrm>
        <a:off x="0" y="1513845"/>
        <a:ext cx="10058399" cy="1187550"/>
      </dsp:txXfrm>
    </dsp:sp>
    <dsp:sp modelId="{E05A863A-159D-4C31-87A9-564770727A29}">
      <dsp:nvSpPr>
        <dsp:cNvPr id="0" name=""/>
        <dsp:cNvSpPr/>
      </dsp:nvSpPr>
      <dsp:spPr>
        <a:xfrm>
          <a:off x="502920" y="1321965"/>
          <a:ext cx="70408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Características</a:t>
          </a:r>
        </a:p>
      </dsp:txBody>
      <dsp:txXfrm>
        <a:off x="521654" y="1340699"/>
        <a:ext cx="7003412" cy="346292"/>
      </dsp:txXfrm>
    </dsp:sp>
    <dsp:sp modelId="{1F971013-B08B-4D5B-9B2B-3194F3DD4417}">
      <dsp:nvSpPr>
        <dsp:cNvPr id="0" name=""/>
        <dsp:cNvSpPr/>
      </dsp:nvSpPr>
      <dsp:spPr>
        <a:xfrm>
          <a:off x="0" y="2963474"/>
          <a:ext cx="10058399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70764" rIns="780644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Enlaces poco confiables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Canales con ruido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300" kern="1200"/>
            <a:t>Baja tasa de datos</a:t>
          </a:r>
          <a:endParaRPr lang="en-US" sz="1300" kern="1200"/>
        </a:p>
      </dsp:txBody>
      <dsp:txXfrm>
        <a:off x="0" y="2963474"/>
        <a:ext cx="10058399" cy="982800"/>
      </dsp:txXfrm>
    </dsp:sp>
    <dsp:sp modelId="{3F7A168E-D678-4814-8C71-D7E46F7BEA2E}">
      <dsp:nvSpPr>
        <dsp:cNvPr id="0" name=""/>
        <dsp:cNvSpPr/>
      </dsp:nvSpPr>
      <dsp:spPr>
        <a:xfrm>
          <a:off x="502920" y="2771595"/>
          <a:ext cx="7040880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Optimizado para</a:t>
          </a:r>
        </a:p>
      </dsp:txBody>
      <dsp:txXfrm>
        <a:off x="521654" y="2790329"/>
        <a:ext cx="7003412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4579E-1968-429D-BF5D-7F5FEFBCF3B6}">
      <dsp:nvSpPr>
        <dsp:cNvPr id="0" name=""/>
        <dsp:cNvSpPr/>
      </dsp:nvSpPr>
      <dsp:spPr>
        <a:xfrm>
          <a:off x="0" y="26122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Para sistemas LoRa/APRS el PNAF define:</a:t>
          </a:r>
          <a:endParaRPr lang="en-US" sz="3400" kern="1200"/>
        </a:p>
      </dsp:txBody>
      <dsp:txXfrm>
        <a:off x="39809" y="65931"/>
        <a:ext cx="9978781" cy="735872"/>
      </dsp:txXfrm>
    </dsp:sp>
    <dsp:sp modelId="{75FE2719-66E6-463D-9290-71D5AB7660DD}">
      <dsp:nvSpPr>
        <dsp:cNvPr id="0" name=""/>
        <dsp:cNvSpPr/>
      </dsp:nvSpPr>
      <dsp:spPr>
        <a:xfrm>
          <a:off x="0" y="841612"/>
          <a:ext cx="10058399" cy="1407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700" kern="1200"/>
            <a:t>En qué bandas pueden operar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700" kern="1200"/>
            <a:t>Límites técnicos de transmisión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700" kern="1200"/>
            <a:t>Tipo de servicio permitido</a:t>
          </a:r>
          <a:endParaRPr lang="en-US" sz="2700" kern="1200"/>
        </a:p>
      </dsp:txBody>
      <dsp:txXfrm>
        <a:off x="0" y="841612"/>
        <a:ext cx="10058399" cy="1407600"/>
      </dsp:txXfrm>
    </dsp:sp>
    <dsp:sp modelId="{6309DB95-266F-4BF7-A6E1-1049F22F7642}">
      <dsp:nvSpPr>
        <dsp:cNvPr id="0" name=""/>
        <dsp:cNvSpPr/>
      </dsp:nvSpPr>
      <dsp:spPr>
        <a:xfrm>
          <a:off x="0" y="2249212"/>
          <a:ext cx="10058399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Ejemplo</a:t>
          </a:r>
          <a:endParaRPr lang="en-US" sz="3400" kern="1200"/>
        </a:p>
      </dsp:txBody>
      <dsp:txXfrm>
        <a:off x="39809" y="2289021"/>
        <a:ext cx="9978781" cy="735872"/>
      </dsp:txXfrm>
    </dsp:sp>
    <dsp:sp modelId="{38131CAF-5911-45AA-9B76-812E6627A3E1}">
      <dsp:nvSpPr>
        <dsp:cNvPr id="0" name=""/>
        <dsp:cNvSpPr/>
      </dsp:nvSpPr>
      <dsp:spPr>
        <a:xfrm>
          <a:off x="0" y="3064702"/>
          <a:ext cx="10058399" cy="932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700" kern="1200"/>
            <a:t>APRS → bandas de radioaficionados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700" kern="1200"/>
            <a:t>LoRa → bandas de uso libre</a:t>
          </a:r>
          <a:endParaRPr lang="en-US" sz="2700" kern="1200"/>
        </a:p>
      </dsp:txBody>
      <dsp:txXfrm>
        <a:off x="0" y="3064702"/>
        <a:ext cx="10058399" cy="9325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F6F20-F4BA-49D6-A560-957DEDB1386D}">
      <dsp:nvSpPr>
        <dsp:cNvPr id="0" name=""/>
        <dsp:cNvSpPr/>
      </dsp:nvSpPr>
      <dsp:spPr>
        <a:xfrm>
          <a:off x="0" y="294335"/>
          <a:ext cx="6797675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Licencia de radioaficionado</a:t>
          </a:r>
          <a:endParaRPr lang="en-US" sz="1700" kern="1200"/>
        </a:p>
      </dsp:txBody>
      <dsp:txXfrm>
        <a:off x="0" y="294335"/>
        <a:ext cx="6797675" cy="722925"/>
      </dsp:txXfrm>
    </dsp:sp>
    <dsp:sp modelId="{CC267320-0D4F-4696-B9E8-8F185D3A558F}">
      <dsp:nvSpPr>
        <dsp:cNvPr id="0" name=""/>
        <dsp:cNvSpPr/>
      </dsp:nvSpPr>
      <dsp:spPr>
        <a:xfrm>
          <a:off x="339883" y="43415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Para operar sistemas LoRa/APRS se requieren:</a:t>
          </a:r>
          <a:endParaRPr lang="en-US" sz="1700" kern="1200"/>
        </a:p>
      </dsp:txBody>
      <dsp:txXfrm>
        <a:off x="364381" y="67913"/>
        <a:ext cx="4709376" cy="452844"/>
      </dsp:txXfrm>
    </dsp:sp>
    <dsp:sp modelId="{5EC5C084-62BC-48B5-8854-68574F77D563}">
      <dsp:nvSpPr>
        <dsp:cNvPr id="0" name=""/>
        <dsp:cNvSpPr/>
      </dsp:nvSpPr>
      <dsp:spPr>
        <a:xfrm>
          <a:off x="0" y="1359980"/>
          <a:ext cx="6797675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Operar radios en bandas asignadas a radioaficionados</a:t>
          </a:r>
          <a:endParaRPr lang="en-US" sz="1700" kern="1200"/>
        </a:p>
      </dsp:txBody>
      <dsp:txXfrm>
        <a:off x="0" y="1359980"/>
        <a:ext cx="6797675" cy="722925"/>
      </dsp:txXfrm>
    </dsp:sp>
    <dsp:sp modelId="{9F66F752-3D12-4CCE-B8F6-88BD86A08BC3}">
      <dsp:nvSpPr>
        <dsp:cNvPr id="0" name=""/>
        <dsp:cNvSpPr/>
      </dsp:nvSpPr>
      <dsp:spPr>
        <a:xfrm>
          <a:off x="339883" y="1109060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Permite:</a:t>
          </a:r>
          <a:endParaRPr lang="en-US" sz="1700" kern="1200"/>
        </a:p>
      </dsp:txBody>
      <dsp:txXfrm>
        <a:off x="364381" y="1133558"/>
        <a:ext cx="4709376" cy="452844"/>
      </dsp:txXfrm>
    </dsp:sp>
    <dsp:sp modelId="{E0808F95-7553-46B4-8A43-4AD97781909A}">
      <dsp:nvSpPr>
        <dsp:cNvPr id="0" name=""/>
        <dsp:cNvSpPr/>
      </dsp:nvSpPr>
      <dsp:spPr>
        <a:xfrm>
          <a:off x="0" y="2425625"/>
          <a:ext cx="6797675" cy="2409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54076" rIns="527575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Solicitud al MICITT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Examen técnico de SUTEL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Conocimientos de: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teoría de radio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propagación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Legislación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/>
            <a:t>operación</a:t>
          </a:r>
          <a:endParaRPr lang="en-US" sz="1700" kern="1200"/>
        </a:p>
      </dsp:txBody>
      <dsp:txXfrm>
        <a:off x="0" y="2425625"/>
        <a:ext cx="6797675" cy="2409750"/>
      </dsp:txXfrm>
    </dsp:sp>
    <dsp:sp modelId="{F2B44637-BB6C-479C-B370-ECBE9B08D0C4}">
      <dsp:nvSpPr>
        <dsp:cNvPr id="0" name=""/>
        <dsp:cNvSpPr/>
      </dsp:nvSpPr>
      <dsp:spPr>
        <a:xfrm>
          <a:off x="339883" y="2174706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Para obtenerla se requiere:</a:t>
          </a:r>
          <a:endParaRPr lang="en-US" sz="1700" kern="1200"/>
        </a:p>
      </dsp:txBody>
      <dsp:txXfrm>
        <a:off x="364381" y="2199204"/>
        <a:ext cx="4709376" cy="452844"/>
      </dsp:txXfrm>
    </dsp:sp>
    <dsp:sp modelId="{293142D2-63F7-4759-8269-A15DA823AED1}">
      <dsp:nvSpPr>
        <dsp:cNvPr id="0" name=""/>
        <dsp:cNvSpPr/>
      </dsp:nvSpPr>
      <dsp:spPr>
        <a:xfrm>
          <a:off x="0" y="5178096"/>
          <a:ext cx="6797675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F1B26-9AD4-4A2B-A58F-862D196BD46B}">
      <dsp:nvSpPr>
        <dsp:cNvPr id="0" name=""/>
        <dsp:cNvSpPr/>
      </dsp:nvSpPr>
      <dsp:spPr>
        <a:xfrm>
          <a:off x="339883" y="4927176"/>
          <a:ext cx="475837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/>
            <a:t>Al aprobar se obtiene un callsign.</a:t>
          </a:r>
          <a:endParaRPr lang="en-US" sz="1700" kern="1200"/>
        </a:p>
      </dsp:txBody>
      <dsp:txXfrm>
        <a:off x="364381" y="4951674"/>
        <a:ext cx="4709376" cy="4528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8076BA-5209-47C7-8CBE-52882C433BDC}">
      <dsp:nvSpPr>
        <dsp:cNvPr id="0" name=""/>
        <dsp:cNvSpPr/>
      </dsp:nvSpPr>
      <dsp:spPr>
        <a:xfrm>
          <a:off x="0" y="54246"/>
          <a:ext cx="6797675" cy="12314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Además de la licencia se requiere:</a:t>
          </a:r>
          <a:endParaRPr lang="en-US" sz="3100" kern="1200"/>
        </a:p>
      </dsp:txBody>
      <dsp:txXfrm>
        <a:off x="60116" y="114362"/>
        <a:ext cx="6677443" cy="1111247"/>
      </dsp:txXfrm>
    </dsp:sp>
    <dsp:sp modelId="{A87823FD-E90C-44B4-AF7E-85D677D02CDF}">
      <dsp:nvSpPr>
        <dsp:cNvPr id="0" name=""/>
        <dsp:cNvSpPr/>
      </dsp:nvSpPr>
      <dsp:spPr>
        <a:xfrm>
          <a:off x="0" y="1375006"/>
          <a:ext cx="6797675" cy="1231479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Permiso de uso del espectro radioeléctrico</a:t>
          </a:r>
          <a:endParaRPr lang="en-US" sz="3100" kern="1200"/>
        </a:p>
      </dsp:txBody>
      <dsp:txXfrm>
        <a:off x="60116" y="1435122"/>
        <a:ext cx="6677443" cy="1111247"/>
      </dsp:txXfrm>
    </dsp:sp>
    <dsp:sp modelId="{AB466DFA-463F-45E2-B6A8-3E7E8CFB82F5}">
      <dsp:nvSpPr>
        <dsp:cNvPr id="0" name=""/>
        <dsp:cNvSpPr/>
      </dsp:nvSpPr>
      <dsp:spPr>
        <a:xfrm>
          <a:off x="0" y="2695765"/>
          <a:ext cx="6797675" cy="1231479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Este permiso regula:</a:t>
          </a:r>
          <a:endParaRPr lang="en-US" sz="3100" kern="1200"/>
        </a:p>
      </dsp:txBody>
      <dsp:txXfrm>
        <a:off x="60116" y="2755881"/>
        <a:ext cx="6677443" cy="1111247"/>
      </dsp:txXfrm>
    </dsp:sp>
    <dsp:sp modelId="{A6B0A00C-F364-46C0-9DB6-B46FB6C66CB0}">
      <dsp:nvSpPr>
        <dsp:cNvPr id="0" name=""/>
        <dsp:cNvSpPr/>
      </dsp:nvSpPr>
      <dsp:spPr>
        <a:xfrm>
          <a:off x="0" y="3927245"/>
          <a:ext cx="6797675" cy="166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400" kern="1200"/>
            <a:t>Frecuencia de operación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400" kern="1200"/>
            <a:t>Potencia máxima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400" kern="1200"/>
            <a:t>Tipo de emisiones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2400" kern="1200"/>
            <a:t>Ubicación de la estación</a:t>
          </a:r>
          <a:endParaRPr lang="en-US" sz="2400" kern="1200"/>
        </a:p>
      </dsp:txBody>
      <dsp:txXfrm>
        <a:off x="0" y="3927245"/>
        <a:ext cx="6797675" cy="16684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C2407-2344-495D-8552-41BE6F6B91D3}">
      <dsp:nvSpPr>
        <dsp:cNvPr id="0" name=""/>
        <dsp:cNvSpPr/>
      </dsp:nvSpPr>
      <dsp:spPr>
        <a:xfrm>
          <a:off x="0" y="6797"/>
          <a:ext cx="6797675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APRS</a:t>
          </a:r>
        </a:p>
      </dsp:txBody>
      <dsp:txXfrm>
        <a:off x="38638" y="45435"/>
        <a:ext cx="6720399" cy="714229"/>
      </dsp:txXfrm>
    </dsp:sp>
    <dsp:sp modelId="{2279CF74-0C9F-407F-9B46-3842435C2062}">
      <dsp:nvSpPr>
        <dsp:cNvPr id="0" name=""/>
        <dsp:cNvSpPr/>
      </dsp:nvSpPr>
      <dsp:spPr>
        <a:xfrm>
          <a:off x="0" y="798302"/>
          <a:ext cx="6797675" cy="905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Modulación AFSK 1200 baud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Datos digitales sobre radio FM</a:t>
          </a:r>
        </a:p>
      </dsp:txBody>
      <dsp:txXfrm>
        <a:off x="0" y="798302"/>
        <a:ext cx="6797675" cy="905107"/>
      </dsp:txXfrm>
    </dsp:sp>
    <dsp:sp modelId="{A5860509-1022-48EE-95A9-1BFFAEEA44A7}">
      <dsp:nvSpPr>
        <dsp:cNvPr id="0" name=""/>
        <dsp:cNvSpPr/>
      </dsp:nvSpPr>
      <dsp:spPr>
        <a:xfrm>
          <a:off x="0" y="1703409"/>
          <a:ext cx="6797675" cy="791505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LoRa</a:t>
          </a:r>
        </a:p>
      </dsp:txBody>
      <dsp:txXfrm>
        <a:off x="38638" y="1742047"/>
        <a:ext cx="6720399" cy="714229"/>
      </dsp:txXfrm>
    </dsp:sp>
    <dsp:sp modelId="{8A9679F4-E91D-438C-A0B7-941D436A57FE}">
      <dsp:nvSpPr>
        <dsp:cNvPr id="0" name=""/>
        <dsp:cNvSpPr/>
      </dsp:nvSpPr>
      <dsp:spPr>
        <a:xfrm>
          <a:off x="0" y="2494914"/>
          <a:ext cx="6797675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Modulación Chirp Spread Spectrum (CSS)</a:t>
          </a:r>
        </a:p>
      </dsp:txBody>
      <dsp:txXfrm>
        <a:off x="0" y="2494914"/>
        <a:ext cx="6797675" cy="546480"/>
      </dsp:txXfrm>
    </dsp:sp>
    <dsp:sp modelId="{64D82D00-659F-41F7-A674-776ACE62D2E1}">
      <dsp:nvSpPr>
        <dsp:cNvPr id="0" name=""/>
        <dsp:cNvSpPr/>
      </dsp:nvSpPr>
      <dsp:spPr>
        <a:xfrm>
          <a:off x="0" y="3041394"/>
          <a:ext cx="6797675" cy="791505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Ventajas del CSS:</a:t>
          </a:r>
        </a:p>
      </dsp:txBody>
      <dsp:txXfrm>
        <a:off x="38638" y="3080032"/>
        <a:ext cx="6720399" cy="714229"/>
      </dsp:txXfrm>
    </dsp:sp>
    <dsp:sp modelId="{662659AD-2BB8-470B-A92A-4021C629ADD1}">
      <dsp:nvSpPr>
        <dsp:cNvPr id="0" name=""/>
        <dsp:cNvSpPr/>
      </dsp:nvSpPr>
      <dsp:spPr>
        <a:xfrm>
          <a:off x="0" y="3832899"/>
          <a:ext cx="6797675" cy="1810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26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Alta sensibilidad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Gran alcance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Alta inmunidad al ruido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Baja tasa de datos</a:t>
          </a:r>
        </a:p>
      </dsp:txBody>
      <dsp:txXfrm>
        <a:off x="0" y="3832899"/>
        <a:ext cx="6797675" cy="18102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FC670-6144-47C4-92A3-E2A1E3083FBD}">
      <dsp:nvSpPr>
        <dsp:cNvPr id="0" name=""/>
        <dsp:cNvSpPr/>
      </dsp:nvSpPr>
      <dsp:spPr>
        <a:xfrm>
          <a:off x="0" y="17527"/>
          <a:ext cx="10058399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PIRE — Potencia Isotrópica Radiada Equivalente</a:t>
          </a:r>
        </a:p>
      </dsp:txBody>
      <dsp:txXfrm>
        <a:off x="36296" y="53823"/>
        <a:ext cx="9985807" cy="670943"/>
      </dsp:txXfrm>
    </dsp:sp>
    <dsp:sp modelId="{4AF87527-764C-4E52-A10A-4E89D15CDC8F}">
      <dsp:nvSpPr>
        <dsp:cNvPr id="0" name=""/>
        <dsp:cNvSpPr/>
      </dsp:nvSpPr>
      <dsp:spPr>
        <a:xfrm>
          <a:off x="0" y="850342"/>
          <a:ext cx="10058399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Representa la potencia total radiada considerando:</a:t>
          </a:r>
        </a:p>
      </dsp:txBody>
      <dsp:txXfrm>
        <a:off x="36296" y="886638"/>
        <a:ext cx="9985807" cy="670943"/>
      </dsp:txXfrm>
    </dsp:sp>
    <dsp:sp modelId="{40866059-169E-4C5F-A33D-31B0199C3B8D}">
      <dsp:nvSpPr>
        <dsp:cNvPr id="0" name=""/>
        <dsp:cNvSpPr/>
      </dsp:nvSpPr>
      <dsp:spPr>
        <a:xfrm>
          <a:off x="0" y="1593877"/>
          <a:ext cx="10058399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potencia del transmisor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ganancia de la antenna</a:t>
          </a:r>
        </a:p>
      </dsp:txBody>
      <dsp:txXfrm>
        <a:off x="0" y="1593877"/>
        <a:ext cx="10058399" cy="834210"/>
      </dsp:txXfrm>
    </dsp:sp>
    <dsp:sp modelId="{7BC9B535-CFBD-4A43-B944-46BB77D1C535}">
      <dsp:nvSpPr>
        <dsp:cNvPr id="0" name=""/>
        <dsp:cNvSpPr/>
      </dsp:nvSpPr>
      <dsp:spPr>
        <a:xfrm>
          <a:off x="0" y="2428087"/>
          <a:ext cx="10058399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 utiliza para:</a:t>
          </a:r>
        </a:p>
      </dsp:txBody>
      <dsp:txXfrm>
        <a:off x="36296" y="2464383"/>
        <a:ext cx="9985807" cy="670943"/>
      </dsp:txXfrm>
    </dsp:sp>
    <dsp:sp modelId="{05D93EBA-8E8F-4E97-AE93-EDB04037828C}">
      <dsp:nvSpPr>
        <dsp:cNvPr id="0" name=""/>
        <dsp:cNvSpPr/>
      </dsp:nvSpPr>
      <dsp:spPr>
        <a:xfrm>
          <a:off x="0" y="3171622"/>
          <a:ext cx="10058399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limitar interferencias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regular sistemas de radio</a:t>
          </a:r>
        </a:p>
      </dsp:txBody>
      <dsp:txXfrm>
        <a:off x="0" y="3171622"/>
        <a:ext cx="10058399" cy="834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1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976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8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3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9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1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2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0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27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6AA4BE9-2EB4-41B2-BB6D-F0C2E967F31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29D6D7-CEDD-4B45-9930-3FAE4C294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09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78D8-9875-7B4E-3EFA-60C46CAF7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Sistema de comunicaciones </a:t>
            </a:r>
            <a:r>
              <a:rPr lang="es-MX" dirty="0" err="1"/>
              <a:t>LoRa</a:t>
            </a:r>
            <a:r>
              <a:rPr lang="es-MX" dirty="0"/>
              <a:t>/APRS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B48E6-48AC-2CCD-3D45-F9F60B6A1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Oscar David Conejo Canton</a:t>
            </a:r>
          </a:p>
          <a:p>
            <a:r>
              <a:rPr lang="en-US" dirty="0"/>
              <a:t>Luis Diego </a:t>
            </a:r>
            <a:r>
              <a:rPr lang="en-US" dirty="0" err="1"/>
              <a:t>Sandı</a:t>
            </a:r>
            <a:r>
              <a:rPr lang="en-US" dirty="0"/>
              <a:t> Quesada</a:t>
            </a:r>
          </a:p>
        </p:txBody>
      </p:sp>
    </p:spTree>
    <p:extLst>
      <p:ext uri="{BB962C8B-B14F-4D97-AF65-F5344CB8AC3E}">
        <p14:creationId xmlns:p14="http://schemas.microsoft.com/office/powerpoint/2010/main" val="420739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2BD19-6C6B-54E0-AD7C-632CA5E3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APRS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5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EDD6-7AA4-426A-D92B-01F697A9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APRS?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AC30C-12BE-B137-A525-73ED1E3E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32" y="2875634"/>
            <a:ext cx="3094997" cy="15523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5592-CAE4-A18C-7501-057872963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Packet Reporting System (APRS)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Sistema de comunicación digital por radio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Permite transmitir información en tiempo real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Utiliza bandas VHF y UHF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Principalmente utilizado por radioaficionados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Transmisión mediante paquetes de datos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transmitir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Posición</a:t>
            </a:r>
            <a:r>
              <a:rPr lang="en-US" dirty="0"/>
              <a:t> GPS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Mensajes</a:t>
            </a:r>
            <a:r>
              <a:rPr lang="en-US" dirty="0"/>
              <a:t> </a:t>
            </a:r>
            <a:r>
              <a:rPr lang="en-US" dirty="0" err="1"/>
              <a:t>cortos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Telemetría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Datos </a:t>
            </a:r>
            <a:r>
              <a:rPr lang="en-US" dirty="0" err="1"/>
              <a:t>meteorológicos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8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2CC07-FC5C-7620-0DC0-6D637405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Origen del sistema APRS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60DBFA-FD61-BA8F-9FA7-1939023DD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79598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243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D65F-2897-7655-D352-B94ABD75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APRS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E9E0E9-0C08-3090-B9F9-37CABF561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16909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0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FDF0-F263-E33E-3516-FAD83DC0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 err="1"/>
              <a:t>Aplicaciones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APRS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4857AD-40FB-CB3D-301B-82152B8A3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12740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9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9C18-0661-9539-45DF-4DBF9279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Protocolo</a:t>
            </a:r>
            <a:r>
              <a:rPr lang="en-US" dirty="0"/>
              <a:t> de </a:t>
            </a:r>
            <a:r>
              <a:rPr lang="en-US" dirty="0" err="1"/>
              <a:t>comunicación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2C332E-F850-3044-B3C3-EA67185DC0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53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FED3-F553-E683-40BF-CB8424DC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Bandas de </a:t>
            </a:r>
            <a:r>
              <a:rPr lang="en-US" dirty="0" err="1"/>
              <a:t>frecuencia</a:t>
            </a:r>
            <a:endParaRPr lang="en-US" dirty="0"/>
          </a:p>
        </p:txBody>
      </p:sp>
      <p:pic>
        <p:nvPicPr>
          <p:cNvPr id="7" name="Graphic 6" descr="Wireless router">
            <a:extLst>
              <a:ext uri="{FF2B5EF4-FFF2-40B4-BE49-F238E27FC236}">
                <a16:creationId xmlns:a16="http://schemas.microsoft.com/office/drawing/2014/main" id="{2CE2AB7A-8DE3-E141-6C4C-89EF101AE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56C1-5288-4309-0AB8-7898F0E69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dirty="0" err="1"/>
              <a:t>Principalmente</a:t>
            </a:r>
            <a:r>
              <a:rPr lang="en-US" sz="15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VHF (30–300 MHz)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UHF (300 MHz – 3 GHz)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 err="1"/>
              <a:t>Frecuencias</a:t>
            </a:r>
            <a:r>
              <a:rPr lang="en-US" sz="1500" dirty="0"/>
              <a:t> communes: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América: 144.390 MHz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Europa: 144.800 MHz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Asia: 144.660 MHz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 err="1"/>
              <a:t>Ventajas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Buena </a:t>
            </a:r>
            <a:r>
              <a:rPr lang="en-US" sz="1500" dirty="0" err="1"/>
              <a:t>propagación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/>
              <a:t>Antenas</a:t>
            </a:r>
            <a:r>
              <a:rPr lang="en-US" sz="1500" dirty="0"/>
              <a:t> </a:t>
            </a:r>
            <a:r>
              <a:rPr lang="en-US" sz="1500" dirty="0" err="1"/>
              <a:t>relativamente</a:t>
            </a:r>
            <a:r>
              <a:rPr lang="en-US" sz="1500" dirty="0"/>
              <a:t> </a:t>
            </a:r>
            <a:r>
              <a:rPr lang="en-US" sz="1500" dirty="0" err="1"/>
              <a:t>pequeñas</a:t>
            </a:r>
            <a:endParaRPr lang="en-US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 err="1"/>
              <a:t>Cobertura</a:t>
            </a:r>
            <a:r>
              <a:rPr lang="en-US" sz="1500" dirty="0"/>
              <a:t> regional </a:t>
            </a:r>
            <a:r>
              <a:rPr lang="en-US" sz="1500" dirty="0" err="1"/>
              <a:t>amplia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55775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561A-042D-5794-48B2-0A016EEF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MX" dirty="0"/>
              <a:t>Arquitectura de la red APRS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2522D-0BA1-ADD0-3269-64B0C2E8E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32" y="2878075"/>
            <a:ext cx="3094997" cy="15474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D72EF-2DEA-AF06-AD68-34BDECB69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 distribuida y cooperativa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Componentes principales: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Nodo APRS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Digipeater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err="1"/>
              <a:t>iGate</a:t>
            </a: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Servidor APRS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Cliente final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Estos elementos permiten la transmisión y visualización de datos en tiempo real.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0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52A74-0A82-F50E-337A-9C3DE2D1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4E255F-CB05-0CFC-7A0D-3D7C50283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ACF338-EF51-CFCD-EB68-4C45FC8F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0C5B63-ECA4-DF2B-9FEE-56BD57651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185BF23-91C1-D0AB-779F-E945F63FA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756A9-5FFB-24B3-41A2-C7B50BF2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AC132E-CBDF-E989-ED05-8E3948D49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D6EBFDB-DADD-8BA6-A787-EF6ECBEC7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297348-1D03-7EE1-46C0-0A3C26311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0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444A-8EFB-BB2C-CF1D-D484551D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LoRa?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ABF4C-F2BD-0F67-B305-164362D0B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Long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Patentada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Cycleo</a:t>
            </a:r>
            <a:r>
              <a:rPr lang="en-US" dirty="0"/>
              <a:t>, </a:t>
            </a:r>
            <a:r>
              <a:rPr lang="en-US" dirty="0" err="1"/>
              <a:t>adquirida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Semtech.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Modulación</a:t>
            </a:r>
            <a:r>
              <a:rPr lang="en-US" dirty="0"/>
              <a:t> de </a:t>
            </a:r>
            <a:r>
              <a:rPr lang="en-US" dirty="0" err="1"/>
              <a:t>espectro</a:t>
            </a:r>
            <a:r>
              <a:rPr lang="en-US" dirty="0"/>
              <a:t> </a:t>
            </a:r>
            <a:r>
              <a:rPr lang="en-US" dirty="0" err="1"/>
              <a:t>ensanchado</a:t>
            </a:r>
            <a:r>
              <a:rPr lang="en-US" dirty="0"/>
              <a:t>. (CSS)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Baja </a:t>
            </a:r>
            <a:r>
              <a:rPr lang="en-US" dirty="0" err="1"/>
              <a:t>potencia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LoRa - Wikipedia, la enciclopedia libre">
            <a:extLst>
              <a:ext uri="{FF2B5EF4-FFF2-40B4-BE49-F238E27FC236}">
                <a16:creationId xmlns:a16="http://schemas.microsoft.com/office/drawing/2014/main" id="{0FFB5AFA-794B-E8F9-64E4-93FBA58A4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047" y="988906"/>
            <a:ext cx="3287712" cy="475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12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9630E-790F-B20D-0532-9414B7080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¿Qué frecuencias utiliza?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D6E92-C3DE-9DC3-F440-F5D411EC4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Frecuencias de trabajo por continente: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868 MHz en Europa.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915 MHz en América.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433 MHz en Asia.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Son bandas cercanas a los GHz.</a:t>
            </a:r>
            <a:br>
              <a:rPr lang="es-CR" dirty="0"/>
            </a:br>
            <a:r>
              <a:rPr lang="es-CR" dirty="0"/>
              <a:t>Bandas de uso libre.</a:t>
            </a:r>
          </a:p>
        </p:txBody>
      </p:sp>
      <p:pic>
        <p:nvPicPr>
          <p:cNvPr id="2050" name="Picture 2" descr="Espectro caro desconecta inversión, empleos y sana competencia">
            <a:extLst>
              <a:ext uri="{FF2B5EF4-FFF2-40B4-BE49-F238E27FC236}">
                <a16:creationId xmlns:a16="http://schemas.microsoft.com/office/drawing/2014/main" id="{EDDD394A-BBE0-DE04-9F3E-44E7E82E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068317"/>
            <a:ext cx="5532521" cy="331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445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8D712-517F-18E5-E8B2-17FFFDCE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Aplicaciones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CBBCA3-DF0E-484B-9720-55802C65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Mejorar la conservación del medio ambiente.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Prevención contra la deforestación.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Protección del medio.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Preservación de la biodiversidad.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 Monitoreo de la polución.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Ciudades inteligentes.</a:t>
            </a:r>
            <a:endParaRPr lang="es-CR" dirty="0"/>
          </a:p>
        </p:txBody>
      </p:sp>
      <p:pic>
        <p:nvPicPr>
          <p:cNvPr id="3074" name="Picture 2" descr="Más allá de ciudades inteligentes: Cómo aprovechar la 5G en servicios  municipales | CR Hoy">
            <a:extLst>
              <a:ext uri="{FF2B5EF4-FFF2-40B4-BE49-F238E27FC236}">
                <a16:creationId xmlns:a16="http://schemas.microsoft.com/office/drawing/2014/main" id="{CA9DB3B6-94EF-1B9E-330F-3DADB9CB0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347" y="2273256"/>
            <a:ext cx="5193631" cy="2847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10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A4208-8E83-7ACB-B885-EB34433C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Disponibilidad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C4A25D-CB44-8C21-57BA-B53B1FCE0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Lilygo</a:t>
            </a:r>
            <a:r>
              <a:rPr lang="es-CR" dirty="0"/>
              <a:t> SX1276 ESP32 </a:t>
            </a:r>
            <a:r>
              <a:rPr lang="es-CR" dirty="0" err="1"/>
              <a:t>LoRa</a:t>
            </a:r>
            <a:r>
              <a:rPr lang="es-CR" dirty="0"/>
              <a:t> 915 MHz OLED 0.96.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Lilygo</a:t>
            </a:r>
            <a:r>
              <a:rPr lang="es-CR" dirty="0"/>
              <a:t> TTGO LoRa32 433 MHz V1.6.1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Heltec</a:t>
            </a:r>
            <a:r>
              <a:rPr lang="es-CR" dirty="0"/>
              <a:t> ESP32 </a:t>
            </a:r>
            <a:r>
              <a:rPr lang="es-CR" dirty="0" err="1"/>
              <a:t>LoRa</a:t>
            </a:r>
            <a:r>
              <a:rPr lang="es-CR" dirty="0"/>
              <a:t> V3 915 MHz SX1262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Firebeetle</a:t>
            </a:r>
            <a:r>
              <a:rPr lang="es-CR" dirty="0"/>
              <a:t> </a:t>
            </a:r>
            <a:r>
              <a:rPr lang="es-CR" dirty="0" err="1"/>
              <a:t>LoRa</a:t>
            </a:r>
            <a:r>
              <a:rPr lang="es-CR" dirty="0"/>
              <a:t> ESP32 </a:t>
            </a:r>
            <a:r>
              <a:rPr lang="es-CR" dirty="0" err="1"/>
              <a:t>DFRobot</a:t>
            </a:r>
            <a:endParaRPr lang="es-CR" dirty="0"/>
          </a:p>
        </p:txBody>
      </p:sp>
      <p:pic>
        <p:nvPicPr>
          <p:cNvPr id="4098" name="Picture 2" descr="1.3 Investigación de mercados en línea – Mercadotecnia Electrónica">
            <a:extLst>
              <a:ext uri="{FF2B5EF4-FFF2-40B4-BE49-F238E27FC236}">
                <a16:creationId xmlns:a16="http://schemas.microsoft.com/office/drawing/2014/main" id="{BBDBFFD8-EA5C-086D-0AE2-6B3E95AEE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363" y="2757276"/>
            <a:ext cx="380047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228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AC272-4788-16F1-3531-335F2B45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Arquitectura de red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37B70A2-60E8-E9A7-378D-B89EF1074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688" y="2252663"/>
            <a:ext cx="83629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0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0CB3E-DEED-ED5B-CEF8-B47EFE63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Capa física y enlace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333619-0C90-4872-0765-C86B73FFD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dirty="0"/>
              <a:t>Capa </a:t>
            </a:r>
            <a:r>
              <a:rPr lang="es-CR" dirty="0" err="1"/>
              <a:t>Fisica</a:t>
            </a:r>
            <a:r>
              <a:rPr lang="es-C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Speading</a:t>
            </a:r>
            <a:r>
              <a:rPr lang="es-CR" dirty="0"/>
              <a:t> Factor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Coding</a:t>
            </a:r>
            <a:r>
              <a:rPr lang="es-CR" dirty="0"/>
              <a:t> </a:t>
            </a:r>
            <a:r>
              <a:rPr lang="es-CR" dirty="0" err="1"/>
              <a:t>Rate</a:t>
            </a:r>
            <a:endParaRPr lang="es-CR" dirty="0"/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</a:t>
            </a:r>
            <a:r>
              <a:rPr lang="es-CR" dirty="0" err="1"/>
              <a:t>Bandwidth</a:t>
            </a:r>
            <a:endParaRPr lang="es-CR" dirty="0"/>
          </a:p>
          <a:p>
            <a:pPr>
              <a:buFont typeface="Arial" panose="020B0604020202020204" pitchFamily="34" charset="0"/>
              <a:buChar char="•"/>
            </a:pPr>
            <a:r>
              <a:rPr lang="es-CR" dirty="0" err="1"/>
              <a:t>Sync</a:t>
            </a:r>
            <a:r>
              <a:rPr lang="es-CR" dirty="0"/>
              <a:t> Word</a:t>
            </a:r>
          </a:p>
          <a:p>
            <a:pPr marL="0" indent="0">
              <a:buNone/>
            </a:pPr>
            <a:r>
              <a:rPr lang="es-CR" dirty="0"/>
              <a:t>Capa de Enlace: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R" dirty="0"/>
              <a:t> Adaptive Data </a:t>
            </a:r>
            <a:r>
              <a:rPr lang="es-CR" dirty="0" err="1"/>
              <a:t>Rate</a:t>
            </a:r>
            <a:endParaRPr lang="es-CR" dirty="0"/>
          </a:p>
        </p:txBody>
      </p:sp>
      <p:pic>
        <p:nvPicPr>
          <p:cNvPr id="5122" name="Picture 2" descr="▷ Modelo OSI: que es y para que se utiliza">
            <a:extLst>
              <a:ext uri="{FF2B5EF4-FFF2-40B4-BE49-F238E27FC236}">
                <a16:creationId xmlns:a16="http://schemas.microsoft.com/office/drawing/2014/main" id="{FC684E94-1471-CE58-301F-361AC62AD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542" y="1459019"/>
            <a:ext cx="5172075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524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31F00-0380-CEEC-36D4-D204809B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44DCEB-296C-DB86-D4D7-C89EC9E7E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305F5-4279-405F-FF1C-A23384F6A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F56E78-9CEB-163D-4AA7-F1DF4DFC6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A66C9F2-CD19-2A63-BB7C-90112F64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B22DC-DCC6-6CFF-FA26-01EE82FE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Legislación</a:t>
            </a:r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8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Costarricense</a:t>
            </a:r>
            <a:endParaRPr lang="en-US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ECC0E8-0330-830C-3C6E-16219B6BB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55B2742-A49B-408C-6844-69235D87B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69FD2E-EF24-4C05-A21D-C19A3F808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4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CF7A0-9FA2-0F3D-6C2D-A10C2FBF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 dirty="0" err="1"/>
              <a:t>Legislación</a:t>
            </a:r>
            <a:r>
              <a:rPr lang="en-US" dirty="0"/>
              <a:t> </a:t>
            </a:r>
            <a:r>
              <a:rPr lang="en-US" dirty="0" err="1"/>
              <a:t>Costarricense</a:t>
            </a:r>
            <a:r>
              <a:rPr lang="en-US" dirty="0"/>
              <a:t> del </a:t>
            </a:r>
            <a:r>
              <a:rPr lang="en-US" dirty="0" err="1"/>
              <a:t>Espectro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BBF84-C16A-5AE9-B8F4-56CBB82D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291502"/>
            <a:ext cx="4020297" cy="1055328"/>
          </a:xfrm>
          <a:prstGeom prst="rect">
            <a:avLst/>
          </a:prstGeom>
        </p:spPr>
      </p:pic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MICITT abre convocatorias de fondos para proyectos de innovación  empresarial | Portal de la Investigación - Universidad de Costa Rica">
            <a:extLst>
              <a:ext uri="{FF2B5EF4-FFF2-40B4-BE49-F238E27FC236}">
                <a16:creationId xmlns:a16="http://schemas.microsoft.com/office/drawing/2014/main" id="{CBF4A95A-D527-6AB9-28C1-9498E873A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082" y="3218101"/>
            <a:ext cx="3346129" cy="247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6B804-E43E-5E22-1AB3-30297D024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Regulación del espectro radioeléctrico en Costa Rica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El espectro radioeléctrico es un recurso regulado por el Estado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Instituciones encargadas: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SUTEL (Superintendencia de Telecomunicaciones)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MICITT (Ministerio de Ciencia, Innovación, Tecnología y Telecomunicaciones)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Estas instituciones regulan: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Uso de frecuencias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Licencias de operación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Condiciones técnicas de transmisión</a:t>
            </a:r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58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CD8A-1B35-A80F-A2F1-38E28F14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MX" dirty="0"/>
              <a:t>Plan Nacional de Atribución de Frecuencias (PNAF)</a:t>
            </a:r>
            <a:endParaRPr lang="en-US" dirty="0"/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BEAD279B-B739-842E-AEA6-EFCC49C18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A89B8-BAA8-01CB-4381-DA0D19F46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Plan Nacional de Atribución de Frecuencias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Decreto Ejecutivo </a:t>
            </a:r>
            <a:r>
              <a:rPr lang="es-MX" dirty="0" err="1"/>
              <a:t>N°</a:t>
            </a:r>
            <a:r>
              <a:rPr lang="es-MX" dirty="0"/>
              <a:t> 44010-MICITT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Publicado en La Gaceta </a:t>
            </a:r>
            <a:r>
              <a:rPr lang="es-MX" dirty="0" err="1"/>
              <a:t>N°</a:t>
            </a:r>
            <a:r>
              <a:rPr lang="es-MX" dirty="0"/>
              <a:t> 95 (2023)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Propósito del PNAF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Organizar el uso del espectro radioeléctrico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Definir qué servicios pueden operar en cada banda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Establecer condiciones técnicas de operación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Basado en recomendaciones de la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Unión Internacional de Telecomunicaciones (UIT)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78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D047D-90F9-659F-EE93-AAD8C379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Qué define el PNAF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DE09-DAD3-B592-9195-BFB565EDC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PNAF establece: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Bandas asignadas a cada servicio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Radiodifusión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Móvil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Satelital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Radioaficionados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Bandas de uso libre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Bandas que requieren licencia o concesión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Límites técnicos: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Potencia máxima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/>
              <a:t>Condiciones de operación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9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1A86-0AB4-0EED-5712-7C4F4FE2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Importancia</a:t>
            </a:r>
            <a:r>
              <a:rPr lang="en-US" dirty="0"/>
              <a:t> del PNAF para LoRa/APRS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E6B43-32D4-9B6E-23CD-8074EB349B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6257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149AA-E1C8-0B50-DA75-023F6A89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Permisos requeridos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5FA51F-EF08-0D77-A722-A57B93D80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1369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664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76695-7082-49F2-AE8D-2730E307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MX" sz="3600">
                <a:solidFill>
                  <a:srgbClr val="FFFFFF"/>
                </a:solidFill>
              </a:rPr>
              <a:t>Permiso de uso del espectro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594009C-9F90-6B6A-4744-9F2052CFB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87009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7761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5FBC-4393-6439-9677-E192AC9D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Tiempo del trámite de licencia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586B0-B667-4B99-C13C-2176FBBBE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Proceso de licencia de radioaficionado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Revisión de solicitud MICITT</a:t>
            </a:r>
          </a:p>
          <a:p>
            <a:pPr marL="749808" lvl="1" indent="-457200"/>
            <a:r>
              <a:rPr lang="es-MX" dirty="0"/>
              <a:t>5 días hábiles	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Examen SUTEL</a:t>
            </a:r>
          </a:p>
          <a:p>
            <a:pPr marL="749808" lvl="1" indent="-457200"/>
            <a:r>
              <a:rPr lang="es-MX" dirty="0"/>
              <a:t>Virtual: 10 días hábiles</a:t>
            </a:r>
          </a:p>
          <a:p>
            <a:pPr marL="749808" lvl="1" indent="-457200"/>
            <a:r>
              <a:rPr lang="es-MX" dirty="0"/>
              <a:t>Presencial: 20 días hábiles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Resultado del examen</a:t>
            </a:r>
          </a:p>
          <a:p>
            <a:pPr marL="749808" lvl="1" indent="-457200"/>
            <a:r>
              <a:rPr lang="es-MX" dirty="0"/>
              <a:t>3 días hábiles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Recomendación técnica de SUTEL</a:t>
            </a:r>
          </a:p>
          <a:p>
            <a:pPr marL="749808" lvl="1" indent="-457200"/>
            <a:r>
              <a:rPr lang="es-MX" dirty="0"/>
              <a:t>Hasta 45 días hábiles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58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5D76-6C24-9D26-9143-3CCBE22E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Trámite de permiso del espectro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43ED0-94F6-C161-0108-3601E3620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Proceso para permiso de uso del espectro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Solicitud al MICITT</a:t>
            </a:r>
          </a:p>
          <a:p>
            <a:pPr marL="749808" lvl="1" indent="-457200"/>
            <a:r>
              <a:rPr lang="es-MX" dirty="0"/>
              <a:t>revisión: 3–5 días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Evaluación técnica SUTEL</a:t>
            </a:r>
          </a:p>
          <a:p>
            <a:pPr marL="749808" lvl="1" indent="-457200"/>
            <a:r>
              <a:rPr lang="es-MX" dirty="0"/>
              <a:t>hasta 30 días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Resolución final del MICITT</a:t>
            </a:r>
          </a:p>
          <a:p>
            <a:pPr marL="749808" lvl="1" indent="-457200"/>
            <a:r>
              <a:rPr lang="es-MX" dirty="0"/>
              <a:t>hasta 60 días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52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E86E2-2A02-94EB-69D2-F4615BD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286603"/>
            <a:ext cx="6750987" cy="1450757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Clases</a:t>
            </a:r>
            <a:r>
              <a:rPr lang="en-US" dirty="0">
                <a:solidFill>
                  <a:schemeClr val="accent2"/>
                </a:solidFill>
              </a:rPr>
              <a:t> de </a:t>
            </a:r>
            <a:r>
              <a:rPr lang="en-US" dirty="0" err="1">
                <a:solidFill>
                  <a:schemeClr val="accent2"/>
                </a:solidFill>
              </a:rPr>
              <a:t>emisión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63CAC-112E-2BDE-6462-BACBFF028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Sistema de nomenclatura que describe: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Ancho de banda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Tipo de modulación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Tipo de señal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/>
              <a:t>Información transmitida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Definido por la UIT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939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B27C7-49AE-ACB9-C613-21447186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MX" sz="3600">
                <a:solidFill>
                  <a:srgbClr val="FFFFFF"/>
                </a:solidFill>
              </a:rPr>
              <a:t>Modulación en APRS y LoRa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EA1BE4-3CCA-A477-2F6A-0F52B4C87B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29970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94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3113-C4BB-60F8-C909-B84BEA8C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PIRE (</a:t>
            </a:r>
            <a:r>
              <a:rPr lang="en-US" dirty="0" err="1"/>
              <a:t>Potencia</a:t>
            </a:r>
            <a:r>
              <a:rPr lang="en-US" dirty="0"/>
              <a:t> </a:t>
            </a:r>
            <a:r>
              <a:rPr lang="en-US" dirty="0" err="1"/>
              <a:t>Radiada</a:t>
            </a:r>
            <a:r>
              <a:rPr lang="en-US" dirty="0"/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332636-413D-FA45-39E9-A68940334B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857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5C5D-A493-7E6A-95E0-973D5389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MX" dirty="0"/>
              <a:t>PIRE para </a:t>
            </a:r>
            <a:r>
              <a:rPr lang="es-MX" dirty="0" err="1"/>
              <a:t>LoRa</a:t>
            </a:r>
            <a:r>
              <a:rPr lang="es-MX" dirty="0"/>
              <a:t> y APRS</a:t>
            </a:r>
            <a:endParaRPr lang="en-US" dirty="0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342F55B1-6099-9A04-BD8F-F52337C51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4457A-F671-9365-181E-40F46CBC8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LoRa (</a:t>
            </a:r>
            <a:r>
              <a:rPr lang="en-US" dirty="0" err="1"/>
              <a:t>bandas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libre)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Banda: 902–940 MHz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PIRE </a:t>
            </a:r>
            <a:r>
              <a:rPr lang="en-US" dirty="0" err="1"/>
              <a:t>máxima</a:t>
            </a:r>
            <a:r>
              <a:rPr lang="en-US" dirty="0"/>
              <a:t>: 30 dBm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Equivalente</a:t>
            </a:r>
            <a:r>
              <a:rPr lang="en-US" dirty="0"/>
              <a:t> a 1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Potencia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de: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err="1"/>
              <a:t>Licencia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estación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Valores típicos:5 W – 50 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Uso de digipeaters </a:t>
            </a:r>
            <a:r>
              <a:rPr lang="en-US" dirty="0" err="1"/>
              <a:t>permite</a:t>
            </a:r>
            <a:r>
              <a:rPr lang="en-US" dirty="0"/>
              <a:t> mayor </a:t>
            </a:r>
            <a:r>
              <a:rPr lang="en-US" dirty="0" err="1"/>
              <a:t>cobertura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409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CCE1-A144-6CDC-B52D-4D57FBF3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A6B1-4BDD-FA4A-5EF0-31E653C66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Razon de </a:t>
            </a:r>
            <a:r>
              <a:rPr lang="en-US" dirty="0" err="1"/>
              <a:t>normativas</a:t>
            </a:r>
            <a:r>
              <a:rPr lang="en-US" dirty="0"/>
              <a:t> y </a:t>
            </a:r>
            <a:r>
              <a:rPr lang="en-US" dirty="0" err="1"/>
              <a:t>regulación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LoRa VS APRS</a:t>
            </a:r>
          </a:p>
          <a:p>
            <a:endParaRPr lang="en-US" dirty="0"/>
          </a:p>
        </p:txBody>
      </p:sp>
      <p:pic>
        <p:nvPicPr>
          <p:cNvPr id="6146" name="Picture 2" descr="APRS: Automatic Packet Reporting System">
            <a:extLst>
              <a:ext uri="{FF2B5EF4-FFF2-40B4-BE49-F238E27FC236}">
                <a16:creationId xmlns:a16="http://schemas.microsoft.com/office/drawing/2014/main" id="{23B9929F-BFA7-26BF-3428-20060F7A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305" y="1078469"/>
            <a:ext cx="4903257" cy="235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8FCDC17-B3A3-B97B-44FB-BF1EE359D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86" y="3429000"/>
            <a:ext cx="4846949" cy="273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340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121</TotalTime>
  <Words>1000</Words>
  <Application>Microsoft Office PowerPoint</Application>
  <PresentationFormat>Panorámica</PresentationFormat>
  <Paragraphs>234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Retrospect</vt:lpstr>
      <vt:lpstr>Sistema de comunicaciones LoRa/APRS</vt:lpstr>
      <vt:lpstr>APRS</vt:lpstr>
      <vt:lpstr>¿Qué es APRS?</vt:lpstr>
      <vt:lpstr>Origen del sistema APRS</vt:lpstr>
      <vt:lpstr>Características del sistema APRS</vt:lpstr>
      <vt:lpstr>Aplicaciones del sistema APRS</vt:lpstr>
      <vt:lpstr>Protocolo de comunicación</vt:lpstr>
      <vt:lpstr>Bandas de frecuencia</vt:lpstr>
      <vt:lpstr>Arquitectura de la red APRS</vt:lpstr>
      <vt:lpstr>LoRa</vt:lpstr>
      <vt:lpstr>¿Qué es LoRa?</vt:lpstr>
      <vt:lpstr>¿Qué frecuencias utiliza?</vt:lpstr>
      <vt:lpstr>Aplicaciones</vt:lpstr>
      <vt:lpstr>Disponibilidad</vt:lpstr>
      <vt:lpstr>Arquitectura de red</vt:lpstr>
      <vt:lpstr>Capa física y enlace</vt:lpstr>
      <vt:lpstr>Legislación Costarricense</vt:lpstr>
      <vt:lpstr>Legislación Costarricense del Espectro</vt:lpstr>
      <vt:lpstr>Plan Nacional de Atribución de Frecuencias (PNAF)</vt:lpstr>
      <vt:lpstr>Qué define el PNAF</vt:lpstr>
      <vt:lpstr>Importancia del PNAF para LoRa/APRS</vt:lpstr>
      <vt:lpstr>Permisos requeridos</vt:lpstr>
      <vt:lpstr>Permiso de uso del espectro</vt:lpstr>
      <vt:lpstr>Tiempo del trámite de licencia</vt:lpstr>
      <vt:lpstr>Trámite de permiso del espectro</vt:lpstr>
      <vt:lpstr>Clases de emisión</vt:lpstr>
      <vt:lpstr>Modulación en APRS y LoRa</vt:lpstr>
      <vt:lpstr>PIRE (Potencia Radiada)</vt:lpstr>
      <vt:lpstr>PIRE para LoRa y APRS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CONEJO CANTON OSCAR DAVID</dc:creator>
  <cp:lastModifiedBy>luisdiegosandiquesada@gmail.com</cp:lastModifiedBy>
  <cp:revision>4</cp:revision>
  <dcterms:created xsi:type="dcterms:W3CDTF">2026-03-04T22:05:15Z</dcterms:created>
  <dcterms:modified xsi:type="dcterms:W3CDTF">2026-03-05T05:07:28Z</dcterms:modified>
</cp:coreProperties>
</file>