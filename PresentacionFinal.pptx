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332" autoAdjust="0"/>
    <p:restoredTop sz="94622" autoAdjust="0"/>
  </p:normalViewPr>
  <p:slideViewPr>
    <p:cSldViewPr>
      <p:cViewPr varScale="1">
        <p:scale>
          <a:sx n="30" d="100"/>
          <a:sy n="30" d="100"/>
        </p:scale>
        <p:origin x="102" y="16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431B1DC-92EA-E5FD-5AA4-A367A1D8B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288170"/>
            <a:ext cx="6448425" cy="1302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Personalizado</PresentationFormat>
  <Paragraphs>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luisdiegosandiquesada@gmail.com</cp:lastModifiedBy>
  <cp:revision>3</cp:revision>
  <dcterms:created xsi:type="dcterms:W3CDTF">2006-08-16T00:00:00Z</dcterms:created>
  <dcterms:modified xsi:type="dcterms:W3CDTF">2026-06-09T04:20:40Z</dcterms:modified>
</cp:coreProperties>
</file>